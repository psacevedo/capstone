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83" r:id="rId5"/>
    <p:sldId id="284" r:id="rId6"/>
    <p:sldId id="285" r:id="rId7"/>
    <p:sldId id="307" r:id="rId8"/>
    <p:sldId id="295" r:id="rId9"/>
    <p:sldId id="302" r:id="rId10"/>
    <p:sldId id="304" r:id="rId11"/>
    <p:sldId id="303" r:id="rId12"/>
    <p:sldId id="305" r:id="rId13"/>
    <p:sldId id="306" r:id="rId14"/>
    <p:sldId id="288" r:id="rId15"/>
    <p:sldId id="299" r:id="rId16"/>
    <p:sldId id="309" r:id="rId17"/>
    <p:sldId id="289" r:id="rId18"/>
    <p:sldId id="290" r:id="rId19"/>
    <p:sldId id="291" r:id="rId20"/>
    <p:sldId id="292" r:id="rId21"/>
    <p:sldId id="293" r:id="rId22"/>
    <p:sldId id="294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632D2-ED19-FB36-C450-956A1E557BFA}" v="2" dt="2026-05-05T22:49:53.793"/>
    <p1510:client id="{2CA5BC5D-A552-6680-40E9-D37CE6519EB6}" v="138" dt="2026-05-06T03:54:37.713"/>
    <p1510:client id="{4AD8E82A-DB7D-8EE5-792C-8B47E0A7FBF9}" v="92" dt="2026-05-06T01:43:01.631"/>
    <p1510:client id="{5DEC65B8-7EFF-C80B-77AE-A1B99A58BB18}" v="940" dt="2026-05-06T03:55:42.869"/>
    <p1510:client id="{85F1C81A-B536-0FB6-03D3-D3B02DEAE498}" v="389" dt="2026-05-06T02:45:00.313"/>
    <p1510:client id="{A297279D-2A31-F7D8-CA07-661B4FB946CE}" v="694" dt="2026-05-06T03:57:14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io Andres Acevedo Flores" userId="S::psacevedo@uc.cl::4af84578-96bf-42a7-b185-661078b9ac53" providerId="AD" clId="Web-{4AD8E82A-DB7D-8EE5-792C-8B47E0A7FBF9}"/>
    <pc:docChg chg="addSld delSld modSld">
      <pc:chgData name="Patricio Andres Acevedo Flores" userId="S::psacevedo@uc.cl::4af84578-96bf-42a7-b185-661078b9ac53" providerId="AD" clId="Web-{4AD8E82A-DB7D-8EE5-792C-8B47E0A7FBF9}" dt="2026-05-06T01:43:01.631" v="88"/>
      <pc:docMkLst>
        <pc:docMk/>
      </pc:docMkLst>
      <pc:sldChg chg="del">
        <pc:chgData name="Patricio Andres Acevedo Flores" userId="S::psacevedo@uc.cl::4af84578-96bf-42a7-b185-661078b9ac53" providerId="AD" clId="Web-{4AD8E82A-DB7D-8EE5-792C-8B47E0A7FBF9}" dt="2026-05-06T01:40:16.455" v="66"/>
        <pc:sldMkLst>
          <pc:docMk/>
          <pc:sldMk cId="0" sldId="256"/>
        </pc:sldMkLst>
      </pc:sldChg>
      <pc:sldChg chg="del">
        <pc:chgData name="Patricio Andres Acevedo Flores" userId="S::psacevedo@uc.cl::4af84578-96bf-42a7-b185-661078b9ac53" providerId="AD" clId="Web-{4AD8E82A-DB7D-8EE5-792C-8B47E0A7FBF9}" dt="2026-05-06T01:12:54.825" v="11"/>
        <pc:sldMkLst>
          <pc:docMk/>
          <pc:sldMk cId="0" sldId="257"/>
        </pc:sldMkLst>
      </pc:sldChg>
      <pc:sldChg chg="del">
        <pc:chgData name="Patricio Andres Acevedo Flores" userId="S::psacevedo@uc.cl::4af84578-96bf-42a7-b185-661078b9ac53" providerId="AD" clId="Web-{4AD8E82A-DB7D-8EE5-792C-8B47E0A7FBF9}" dt="2026-05-06T01:08:12.383" v="3"/>
        <pc:sldMkLst>
          <pc:docMk/>
          <pc:sldMk cId="0" sldId="258"/>
        </pc:sldMkLst>
      </pc:sldChg>
      <pc:sldChg chg="del">
        <pc:chgData name="Patricio Andres Acevedo Flores" userId="S::psacevedo@uc.cl::4af84578-96bf-42a7-b185-661078b9ac53" providerId="AD" clId="Web-{4AD8E82A-DB7D-8EE5-792C-8B47E0A7FBF9}" dt="2026-05-06T00:48:05.465" v="1"/>
        <pc:sldMkLst>
          <pc:docMk/>
          <pc:sldMk cId="0" sldId="259"/>
        </pc:sldMkLst>
      </pc:sldChg>
      <pc:sldChg chg="del">
        <pc:chgData name="Patricio Andres Acevedo Flores" userId="S::psacevedo@uc.cl::4af84578-96bf-42a7-b185-661078b9ac53" providerId="AD" clId="Web-{4AD8E82A-DB7D-8EE5-792C-8B47E0A7FBF9}" dt="2026-05-06T01:21:53.102" v="19"/>
        <pc:sldMkLst>
          <pc:docMk/>
          <pc:sldMk cId="0" sldId="260"/>
        </pc:sldMkLst>
      </pc:sldChg>
      <pc:sldChg chg="del">
        <pc:chgData name="Patricio Andres Acevedo Flores" userId="S::psacevedo@uc.cl::4af84578-96bf-42a7-b185-661078b9ac53" providerId="AD" clId="Web-{4AD8E82A-DB7D-8EE5-792C-8B47E0A7FBF9}" dt="2026-05-06T01:41:32.519" v="76"/>
        <pc:sldMkLst>
          <pc:docMk/>
          <pc:sldMk cId="0" sldId="261"/>
        </pc:sldMkLst>
      </pc:sldChg>
      <pc:sldChg chg="del">
        <pc:chgData name="Patricio Andres Acevedo Flores" userId="S::psacevedo@uc.cl::4af84578-96bf-42a7-b185-661078b9ac53" providerId="AD" clId="Web-{4AD8E82A-DB7D-8EE5-792C-8B47E0A7FBF9}" dt="2026-05-06T01:41:43.645" v="78"/>
        <pc:sldMkLst>
          <pc:docMk/>
          <pc:sldMk cId="0" sldId="262"/>
        </pc:sldMkLst>
      </pc:sldChg>
      <pc:sldChg chg="del">
        <pc:chgData name="Patricio Andres Acevedo Flores" userId="S::psacevedo@uc.cl::4af84578-96bf-42a7-b185-661078b9ac53" providerId="AD" clId="Web-{4AD8E82A-DB7D-8EE5-792C-8B47E0A7FBF9}" dt="2026-05-06T01:11:07.464" v="5"/>
        <pc:sldMkLst>
          <pc:docMk/>
          <pc:sldMk cId="0" sldId="263"/>
        </pc:sldMkLst>
      </pc:sldChg>
      <pc:sldChg chg="del">
        <pc:chgData name="Patricio Andres Acevedo Flores" userId="S::psacevedo@uc.cl::4af84578-96bf-42a7-b185-661078b9ac53" providerId="AD" clId="Web-{4AD8E82A-DB7D-8EE5-792C-8B47E0A7FBF9}" dt="2026-05-06T01:11:39.496" v="7"/>
        <pc:sldMkLst>
          <pc:docMk/>
          <pc:sldMk cId="0" sldId="264"/>
        </pc:sldMkLst>
      </pc:sldChg>
      <pc:sldChg chg="del">
        <pc:chgData name="Patricio Andres Acevedo Flores" userId="S::psacevedo@uc.cl::4af84578-96bf-42a7-b185-661078b9ac53" providerId="AD" clId="Web-{4AD8E82A-DB7D-8EE5-792C-8B47E0A7FBF9}" dt="2026-05-06T01:12:21.122" v="9"/>
        <pc:sldMkLst>
          <pc:docMk/>
          <pc:sldMk cId="0" sldId="265"/>
        </pc:sldMkLst>
      </pc:sldChg>
      <pc:sldChg chg="del">
        <pc:chgData name="Patricio Andres Acevedo Flores" userId="S::psacevedo@uc.cl::4af84578-96bf-42a7-b185-661078b9ac53" providerId="AD" clId="Web-{4AD8E82A-DB7D-8EE5-792C-8B47E0A7FBF9}" dt="2026-05-06T01:29:44.691" v="52"/>
        <pc:sldMkLst>
          <pc:docMk/>
          <pc:sldMk cId="0" sldId="266"/>
        </pc:sldMkLst>
      </pc:sldChg>
      <pc:sldChg chg="del">
        <pc:chgData name="Patricio Andres Acevedo Flores" userId="S::psacevedo@uc.cl::4af84578-96bf-42a7-b185-661078b9ac53" providerId="AD" clId="Web-{4AD8E82A-DB7D-8EE5-792C-8B47E0A7FBF9}" dt="2026-05-06T01:43:01.631" v="88"/>
        <pc:sldMkLst>
          <pc:docMk/>
          <pc:sldMk cId="0" sldId="267"/>
        </pc:sldMkLst>
      </pc:sldChg>
      <pc:sldChg chg="add del">
        <pc:chgData name="Patricio Andres Acevedo Flores" userId="S::psacevedo@uc.cl::4af84578-96bf-42a7-b185-661078b9ac53" providerId="AD" clId="Web-{4AD8E82A-DB7D-8EE5-792C-8B47E0A7FBF9}" dt="2026-05-06T01:16:21.128" v="15"/>
        <pc:sldMkLst>
          <pc:docMk/>
          <pc:sldMk cId="3065825604" sldId="268"/>
        </pc:sldMkLst>
      </pc:sldChg>
      <pc:sldChg chg="add del">
        <pc:chgData name="Patricio Andres Acevedo Flores" userId="S::psacevedo@uc.cl::4af84578-96bf-42a7-b185-661078b9ac53" providerId="AD" clId="Web-{4AD8E82A-DB7D-8EE5-792C-8B47E0A7FBF9}" dt="2026-05-06T01:40:44.893" v="70"/>
        <pc:sldMkLst>
          <pc:docMk/>
          <pc:sldMk cId="1173159724" sldId="269"/>
        </pc:sldMkLst>
      </pc:sldChg>
      <pc:sldChg chg="add del">
        <pc:chgData name="Patricio Andres Acevedo Flores" userId="S::psacevedo@uc.cl::4af84578-96bf-42a7-b185-661078b9ac53" providerId="AD" clId="Web-{4AD8E82A-DB7D-8EE5-792C-8B47E0A7FBF9}" dt="2026-05-06T01:41:55.739" v="80"/>
        <pc:sldMkLst>
          <pc:docMk/>
          <pc:sldMk cId="2103857243" sldId="270"/>
        </pc:sldMkLst>
      </pc:sldChg>
      <pc:sldChg chg="add del">
        <pc:chgData name="Patricio Andres Acevedo Flores" userId="S::psacevedo@uc.cl::4af84578-96bf-42a7-b185-661078b9ac53" providerId="AD" clId="Web-{4AD8E82A-DB7D-8EE5-792C-8B47E0A7FBF9}" dt="2026-05-06T01:13:51.091" v="13"/>
        <pc:sldMkLst>
          <pc:docMk/>
          <pc:sldMk cId="1827861024" sldId="271"/>
        </pc:sldMkLst>
      </pc:sldChg>
      <pc:sldChg chg="add del">
        <pc:chgData name="Patricio Andres Acevedo Flores" userId="S::psacevedo@uc.cl::4af84578-96bf-42a7-b185-661078b9ac53" providerId="AD" clId="Web-{4AD8E82A-DB7D-8EE5-792C-8B47E0A7FBF9}" dt="2026-05-06T01:26:10.203" v="34"/>
        <pc:sldMkLst>
          <pc:docMk/>
          <pc:sldMk cId="1343150647" sldId="272"/>
        </pc:sldMkLst>
      </pc:sldChg>
      <pc:sldChg chg="add del">
        <pc:chgData name="Patricio Andres Acevedo Flores" userId="S::psacevedo@uc.cl::4af84578-96bf-42a7-b185-661078b9ac53" providerId="AD" clId="Web-{4AD8E82A-DB7D-8EE5-792C-8B47E0A7FBF9}" dt="2026-05-06T01:40:34.112" v="68"/>
        <pc:sldMkLst>
          <pc:docMk/>
          <pc:sldMk cId="4094971859" sldId="273"/>
        </pc:sldMkLst>
      </pc:sldChg>
      <pc:sldChg chg="addSp modSp add del">
        <pc:chgData name="Patricio Andres Acevedo Flores" userId="S::psacevedo@uc.cl::4af84578-96bf-42a7-b185-661078b9ac53" providerId="AD" clId="Web-{4AD8E82A-DB7D-8EE5-792C-8B47E0A7FBF9}" dt="2026-05-06T01:23:44.387" v="32"/>
        <pc:sldMkLst>
          <pc:docMk/>
          <pc:sldMk cId="2891762918" sldId="274"/>
        </pc:sldMkLst>
        <pc:spChg chg="mod">
          <ac:chgData name="Patricio Andres Acevedo Flores" userId="S::psacevedo@uc.cl::4af84578-96bf-42a7-b185-661078b9ac53" providerId="AD" clId="Web-{4AD8E82A-DB7D-8EE5-792C-8B47E0A7FBF9}" dt="2026-05-06T01:23:26.402" v="30"/>
          <ac:spMkLst>
            <pc:docMk/>
            <pc:sldMk cId="2891762918" sldId="274"/>
            <ac:spMk id="5" creationId="{00000000-0000-0000-0000-000000000000}"/>
          </ac:spMkLst>
        </pc:spChg>
        <pc:picChg chg="add mod">
          <ac:chgData name="Patricio Andres Acevedo Flores" userId="S::psacevedo@uc.cl::4af84578-96bf-42a7-b185-661078b9ac53" providerId="AD" clId="Web-{4AD8E82A-DB7D-8EE5-792C-8B47E0A7FBF9}" dt="2026-05-06T01:23:26.371" v="26"/>
          <ac:picMkLst>
            <pc:docMk/>
            <pc:sldMk cId="2891762918" sldId="274"/>
            <ac:picMk id="7" creationId="{16BAA53F-73C4-555E-9B50-D575E92F3862}"/>
          </ac:picMkLst>
        </pc:picChg>
      </pc:sldChg>
      <pc:sldChg chg="add del">
        <pc:chgData name="Patricio Andres Acevedo Flores" userId="S::psacevedo@uc.cl::4af84578-96bf-42a7-b185-661078b9ac53" providerId="AD" clId="Web-{4AD8E82A-DB7D-8EE5-792C-8B47E0A7FBF9}" dt="2026-05-06T01:17:46.198" v="17"/>
        <pc:sldMkLst>
          <pc:docMk/>
          <pc:sldMk cId="3509377059" sldId="275"/>
        </pc:sldMkLst>
      </pc:sldChg>
      <pc:sldChg chg="modSp add del">
        <pc:chgData name="Patricio Andres Acevedo Flores" userId="S::psacevedo@uc.cl::4af84578-96bf-42a7-b185-661078b9ac53" providerId="AD" clId="Web-{4AD8E82A-DB7D-8EE5-792C-8B47E0A7FBF9}" dt="2026-05-06T01:40:57.737" v="72"/>
        <pc:sldMkLst>
          <pc:docMk/>
          <pc:sldMk cId="2706576905" sldId="276"/>
        </pc:sldMkLst>
        <pc:spChg chg="mod">
          <ac:chgData name="Patricio Andres Acevedo Flores" userId="S::psacevedo@uc.cl::4af84578-96bf-42a7-b185-661078b9ac53" providerId="AD" clId="Web-{4AD8E82A-DB7D-8EE5-792C-8B47E0A7FBF9}" dt="2026-05-06T01:27:04.313" v="41" actId="20577"/>
          <ac:spMkLst>
            <pc:docMk/>
            <pc:sldMk cId="2706576905" sldId="276"/>
            <ac:spMk id="6" creationId="{00000000-0000-0000-0000-000000000000}"/>
          </ac:spMkLst>
        </pc:spChg>
      </pc:sldChg>
      <pc:sldChg chg="add del">
        <pc:chgData name="Patricio Andres Acevedo Flores" userId="S::psacevedo@uc.cl::4af84578-96bf-42a7-b185-661078b9ac53" providerId="AD" clId="Web-{4AD8E82A-DB7D-8EE5-792C-8B47E0A7FBF9}" dt="2026-05-06T01:41:21.816" v="74"/>
        <pc:sldMkLst>
          <pc:docMk/>
          <pc:sldMk cId="547945948" sldId="277"/>
        </pc:sldMkLst>
      </pc:sldChg>
      <pc:sldChg chg="modSp add del">
        <pc:chgData name="Patricio Andres Acevedo Flores" userId="S::psacevedo@uc.cl::4af84578-96bf-42a7-b185-661078b9ac53" providerId="AD" clId="Web-{4AD8E82A-DB7D-8EE5-792C-8B47E0A7FBF9}" dt="2026-05-06T01:42:18.396" v="82"/>
        <pc:sldMkLst>
          <pc:docMk/>
          <pc:sldMk cId="3715028423" sldId="278"/>
        </pc:sldMkLst>
        <pc:spChg chg="mod">
          <ac:chgData name="Patricio Andres Acevedo Flores" userId="S::psacevedo@uc.cl::4af84578-96bf-42a7-b185-661078b9ac53" providerId="AD" clId="Web-{4AD8E82A-DB7D-8EE5-792C-8B47E0A7FBF9}" dt="2026-05-06T01:29:36.988" v="49" actId="20577"/>
          <ac:spMkLst>
            <pc:docMk/>
            <pc:sldMk cId="3715028423" sldId="278"/>
            <ac:spMk id="5" creationId="{00000000-0000-0000-0000-000000000000}"/>
          </ac:spMkLst>
        </pc:spChg>
        <pc:picChg chg="mod">
          <ac:chgData name="Patricio Andres Acevedo Flores" userId="S::psacevedo@uc.cl::4af84578-96bf-42a7-b185-661078b9ac53" providerId="AD" clId="Web-{4AD8E82A-DB7D-8EE5-792C-8B47E0A7FBF9}" dt="2026-05-06T01:29:38.066" v="50" actId="1076"/>
          <ac:picMkLst>
            <pc:docMk/>
            <pc:sldMk cId="3715028423" sldId="278"/>
            <ac:picMk id="7" creationId="{16BAA53F-73C4-555E-9B50-D575E92F3862}"/>
          </ac:picMkLst>
        </pc:picChg>
      </pc:sldChg>
      <pc:sldChg chg="modSp add del">
        <pc:chgData name="Patricio Andres Acevedo Flores" userId="S::psacevedo@uc.cl::4af84578-96bf-42a7-b185-661078b9ac53" providerId="AD" clId="Web-{4AD8E82A-DB7D-8EE5-792C-8B47E0A7FBF9}" dt="2026-05-06T01:27:14.735" v="43"/>
        <pc:sldMkLst>
          <pc:docMk/>
          <pc:sldMk cId="4017832448" sldId="279"/>
        </pc:sldMkLst>
        <pc:spChg chg="mod">
          <ac:chgData name="Patricio Andres Acevedo Flores" userId="S::psacevedo@uc.cl::4af84578-96bf-42a7-b185-661078b9ac53" providerId="AD" clId="Web-{4AD8E82A-DB7D-8EE5-792C-8B47E0A7FBF9}" dt="2026-05-06T01:26:29.313" v="35" actId="14100"/>
          <ac:spMkLst>
            <pc:docMk/>
            <pc:sldMk cId="4017832448" sldId="279"/>
            <ac:spMk id="6" creationId="{00000000-0000-0000-0000-000000000000}"/>
          </ac:spMkLst>
        </pc:spChg>
        <pc:spChg chg="mod">
          <ac:chgData name="Patricio Andres Acevedo Flores" userId="S::psacevedo@uc.cl::4af84578-96bf-42a7-b185-661078b9ac53" providerId="AD" clId="Web-{4AD8E82A-DB7D-8EE5-792C-8B47E0A7FBF9}" dt="2026-05-06T01:26:33.250" v="36" actId="14100"/>
          <ac:spMkLst>
            <pc:docMk/>
            <pc:sldMk cId="4017832448" sldId="279"/>
            <ac:spMk id="9" creationId="{00000000-0000-0000-0000-000000000000}"/>
          </ac:spMkLst>
        </pc:spChg>
        <pc:spChg chg="mod">
          <ac:chgData name="Patricio Andres Acevedo Flores" userId="S::psacevedo@uc.cl::4af84578-96bf-42a7-b185-661078b9ac53" providerId="AD" clId="Web-{4AD8E82A-DB7D-8EE5-792C-8B47E0A7FBF9}" dt="2026-05-06T01:26:36.703" v="37" actId="14100"/>
          <ac:spMkLst>
            <pc:docMk/>
            <pc:sldMk cId="4017832448" sldId="279"/>
            <ac:spMk id="12" creationId="{00000000-0000-0000-0000-000000000000}"/>
          </ac:spMkLst>
        </pc:spChg>
      </pc:sldChg>
      <pc:sldChg chg="add del">
        <pc:chgData name="Patricio Andres Acevedo Flores" userId="S::psacevedo@uc.cl::4af84578-96bf-42a7-b185-661078b9ac53" providerId="AD" clId="Web-{4AD8E82A-DB7D-8EE5-792C-8B47E0A7FBF9}" dt="2026-05-06T01:42:30.146" v="84"/>
        <pc:sldMkLst>
          <pc:docMk/>
          <pc:sldMk cId="2321506483" sldId="280"/>
        </pc:sldMkLst>
      </pc:sldChg>
      <pc:sldChg chg="modSp add del">
        <pc:chgData name="Patricio Andres Acevedo Flores" userId="S::psacevedo@uc.cl::4af84578-96bf-42a7-b185-661078b9ac53" providerId="AD" clId="Web-{4AD8E82A-DB7D-8EE5-792C-8B47E0A7FBF9}" dt="2026-05-06T01:30:45.645" v="64"/>
        <pc:sldMkLst>
          <pc:docMk/>
          <pc:sldMk cId="517801781" sldId="281"/>
        </pc:sldMkLst>
        <pc:spChg chg="mod">
          <ac:chgData name="Patricio Andres Acevedo Flores" userId="S::psacevedo@uc.cl::4af84578-96bf-42a7-b185-661078b9ac53" providerId="AD" clId="Web-{4AD8E82A-DB7D-8EE5-792C-8B47E0A7FBF9}" dt="2026-05-06T01:30:26.051" v="53"/>
          <ac:spMkLst>
            <pc:docMk/>
            <pc:sldMk cId="517801781" sldId="281"/>
            <ac:spMk id="4" creationId="{00000000-0000-0000-0000-000000000000}"/>
          </ac:spMkLst>
        </pc:spChg>
        <pc:spChg chg="mod">
          <ac:chgData name="Patricio Andres Acevedo Flores" userId="S::psacevedo@uc.cl::4af84578-96bf-42a7-b185-661078b9ac53" providerId="AD" clId="Web-{4AD8E82A-DB7D-8EE5-792C-8B47E0A7FBF9}" dt="2026-05-06T01:30:26.066" v="55"/>
          <ac:spMkLst>
            <pc:docMk/>
            <pc:sldMk cId="517801781" sldId="281"/>
            <ac:spMk id="6" creationId="{00000000-0000-0000-0000-000000000000}"/>
          </ac:spMkLst>
        </pc:spChg>
        <pc:spChg chg="mod">
          <ac:chgData name="Patricio Andres Acevedo Flores" userId="S::psacevedo@uc.cl::4af84578-96bf-42a7-b185-661078b9ac53" providerId="AD" clId="Web-{4AD8E82A-DB7D-8EE5-792C-8B47E0A7FBF9}" dt="2026-05-06T01:30:26.098" v="56"/>
          <ac:spMkLst>
            <pc:docMk/>
            <pc:sldMk cId="517801781" sldId="281"/>
            <ac:spMk id="7" creationId="{00000000-0000-0000-0000-000000000000}"/>
          </ac:spMkLst>
        </pc:spChg>
        <pc:spChg chg="mod">
          <ac:chgData name="Patricio Andres Acevedo Flores" userId="S::psacevedo@uc.cl::4af84578-96bf-42a7-b185-661078b9ac53" providerId="AD" clId="Web-{4AD8E82A-DB7D-8EE5-792C-8B47E0A7FBF9}" dt="2026-05-06T01:30:26.113" v="58"/>
          <ac:spMkLst>
            <pc:docMk/>
            <pc:sldMk cId="517801781" sldId="281"/>
            <ac:spMk id="9" creationId="{00000000-0000-0000-0000-000000000000}"/>
          </ac:spMkLst>
        </pc:spChg>
        <pc:spChg chg="mod">
          <ac:chgData name="Patricio Andres Acevedo Flores" userId="S::psacevedo@uc.cl::4af84578-96bf-42a7-b185-661078b9ac53" providerId="AD" clId="Web-{4AD8E82A-DB7D-8EE5-792C-8B47E0A7FBF9}" dt="2026-05-06T01:30:26.145" v="60"/>
          <ac:spMkLst>
            <pc:docMk/>
            <pc:sldMk cId="517801781" sldId="281"/>
            <ac:spMk id="10" creationId="{00000000-0000-0000-0000-000000000000}"/>
          </ac:spMkLst>
        </pc:spChg>
        <pc:spChg chg="mod">
          <ac:chgData name="Patricio Andres Acevedo Flores" userId="S::psacevedo@uc.cl::4af84578-96bf-42a7-b185-661078b9ac53" providerId="AD" clId="Web-{4AD8E82A-DB7D-8EE5-792C-8B47E0A7FBF9}" dt="2026-05-06T01:30:26.160" v="62"/>
          <ac:spMkLst>
            <pc:docMk/>
            <pc:sldMk cId="517801781" sldId="281"/>
            <ac:spMk id="11" creationId="{00000000-0000-0000-0000-000000000000}"/>
          </ac:spMkLst>
        </pc:spChg>
      </pc:sldChg>
      <pc:sldChg chg="add del">
        <pc:chgData name="Patricio Andres Acevedo Flores" userId="S::psacevedo@uc.cl::4af84578-96bf-42a7-b185-661078b9ac53" providerId="AD" clId="Web-{4AD8E82A-DB7D-8EE5-792C-8B47E0A7FBF9}" dt="2026-05-06T01:42:40.599" v="86"/>
        <pc:sldMkLst>
          <pc:docMk/>
          <pc:sldMk cId="1583032499" sldId="282"/>
        </pc:sldMkLst>
      </pc:sldChg>
      <pc:sldChg chg="add">
        <pc:chgData name="Patricio Andres Acevedo Flores" userId="S::psacevedo@uc.cl::4af84578-96bf-42a7-b185-661078b9ac53" providerId="AD" clId="Web-{4AD8E82A-DB7D-8EE5-792C-8B47E0A7FBF9}" dt="2026-05-06T01:40:16.455" v="65"/>
        <pc:sldMkLst>
          <pc:docMk/>
          <pc:sldMk cId="482294376" sldId="283"/>
        </pc:sldMkLst>
      </pc:sldChg>
      <pc:sldChg chg="add">
        <pc:chgData name="Patricio Andres Acevedo Flores" userId="S::psacevedo@uc.cl::4af84578-96bf-42a7-b185-661078b9ac53" providerId="AD" clId="Web-{4AD8E82A-DB7D-8EE5-792C-8B47E0A7FBF9}" dt="2026-05-06T01:40:34.096" v="67"/>
        <pc:sldMkLst>
          <pc:docMk/>
          <pc:sldMk cId="2811299031" sldId="284"/>
        </pc:sldMkLst>
      </pc:sldChg>
      <pc:sldChg chg="add">
        <pc:chgData name="Patricio Andres Acevedo Flores" userId="S::psacevedo@uc.cl::4af84578-96bf-42a7-b185-661078b9ac53" providerId="AD" clId="Web-{4AD8E82A-DB7D-8EE5-792C-8B47E0A7FBF9}" dt="2026-05-06T01:40:44.893" v="69"/>
        <pc:sldMkLst>
          <pc:docMk/>
          <pc:sldMk cId="340807448" sldId="285"/>
        </pc:sldMkLst>
      </pc:sldChg>
      <pc:sldChg chg="add">
        <pc:chgData name="Patricio Andres Acevedo Flores" userId="S::psacevedo@uc.cl::4af84578-96bf-42a7-b185-661078b9ac53" providerId="AD" clId="Web-{4AD8E82A-DB7D-8EE5-792C-8B47E0A7FBF9}" dt="2026-05-06T01:40:57.737" v="71"/>
        <pc:sldMkLst>
          <pc:docMk/>
          <pc:sldMk cId="2806014252" sldId="286"/>
        </pc:sldMkLst>
      </pc:sldChg>
      <pc:sldChg chg="add">
        <pc:chgData name="Patricio Andres Acevedo Flores" userId="S::psacevedo@uc.cl::4af84578-96bf-42a7-b185-661078b9ac53" providerId="AD" clId="Web-{4AD8E82A-DB7D-8EE5-792C-8B47E0A7FBF9}" dt="2026-05-06T01:41:21.816" v="73"/>
        <pc:sldMkLst>
          <pc:docMk/>
          <pc:sldMk cId="3648955017" sldId="287"/>
        </pc:sldMkLst>
      </pc:sldChg>
      <pc:sldChg chg="add">
        <pc:chgData name="Patricio Andres Acevedo Flores" userId="S::psacevedo@uc.cl::4af84578-96bf-42a7-b185-661078b9ac53" providerId="AD" clId="Web-{4AD8E82A-DB7D-8EE5-792C-8B47E0A7FBF9}" dt="2026-05-06T01:41:32.519" v="75"/>
        <pc:sldMkLst>
          <pc:docMk/>
          <pc:sldMk cId="800500832" sldId="288"/>
        </pc:sldMkLst>
      </pc:sldChg>
      <pc:sldChg chg="add">
        <pc:chgData name="Patricio Andres Acevedo Flores" userId="S::psacevedo@uc.cl::4af84578-96bf-42a7-b185-661078b9ac53" providerId="AD" clId="Web-{4AD8E82A-DB7D-8EE5-792C-8B47E0A7FBF9}" dt="2026-05-06T01:41:43.645" v="77"/>
        <pc:sldMkLst>
          <pc:docMk/>
          <pc:sldMk cId="2608948689" sldId="289"/>
        </pc:sldMkLst>
      </pc:sldChg>
      <pc:sldChg chg="add">
        <pc:chgData name="Patricio Andres Acevedo Flores" userId="S::psacevedo@uc.cl::4af84578-96bf-42a7-b185-661078b9ac53" providerId="AD" clId="Web-{4AD8E82A-DB7D-8EE5-792C-8B47E0A7FBF9}" dt="2026-05-06T01:41:55.739" v="79"/>
        <pc:sldMkLst>
          <pc:docMk/>
          <pc:sldMk cId="2295742162" sldId="290"/>
        </pc:sldMkLst>
      </pc:sldChg>
      <pc:sldChg chg="add">
        <pc:chgData name="Patricio Andres Acevedo Flores" userId="S::psacevedo@uc.cl::4af84578-96bf-42a7-b185-661078b9ac53" providerId="AD" clId="Web-{4AD8E82A-DB7D-8EE5-792C-8B47E0A7FBF9}" dt="2026-05-06T01:42:18.396" v="81"/>
        <pc:sldMkLst>
          <pc:docMk/>
          <pc:sldMk cId="3758105229" sldId="291"/>
        </pc:sldMkLst>
      </pc:sldChg>
      <pc:sldChg chg="add">
        <pc:chgData name="Patricio Andres Acevedo Flores" userId="S::psacevedo@uc.cl::4af84578-96bf-42a7-b185-661078b9ac53" providerId="AD" clId="Web-{4AD8E82A-DB7D-8EE5-792C-8B47E0A7FBF9}" dt="2026-05-06T01:42:30.146" v="83"/>
        <pc:sldMkLst>
          <pc:docMk/>
          <pc:sldMk cId="3308353349" sldId="292"/>
        </pc:sldMkLst>
      </pc:sldChg>
      <pc:sldChg chg="add">
        <pc:chgData name="Patricio Andres Acevedo Flores" userId="S::psacevedo@uc.cl::4af84578-96bf-42a7-b185-661078b9ac53" providerId="AD" clId="Web-{4AD8E82A-DB7D-8EE5-792C-8B47E0A7FBF9}" dt="2026-05-06T01:42:40.584" v="85"/>
        <pc:sldMkLst>
          <pc:docMk/>
          <pc:sldMk cId="4091911978" sldId="293"/>
        </pc:sldMkLst>
      </pc:sldChg>
      <pc:sldChg chg="add">
        <pc:chgData name="Patricio Andres Acevedo Flores" userId="S::psacevedo@uc.cl::4af84578-96bf-42a7-b185-661078b9ac53" providerId="AD" clId="Web-{4AD8E82A-DB7D-8EE5-792C-8B47E0A7FBF9}" dt="2026-05-06T01:43:01.631" v="87"/>
        <pc:sldMkLst>
          <pc:docMk/>
          <pc:sldMk cId="2951136892" sldId="294"/>
        </pc:sldMkLst>
      </pc:sldChg>
    </pc:docChg>
  </pc:docChgLst>
  <pc:docChgLst>
    <pc:chgData name="Matías Benjamín Catalán Contreras" userId="b9a938d5-2c72-4464-a02a-ad02f324af09" providerId="ADAL" clId="{24DA65EE-AF23-4B04-A934-6415D1E1E474}"/>
    <pc:docChg chg="undo custSel modSld">
      <pc:chgData name="Matías Benjamín Catalán Contreras" userId="b9a938d5-2c72-4464-a02a-ad02f324af09" providerId="ADAL" clId="{24DA65EE-AF23-4B04-A934-6415D1E1E474}" dt="2026-05-05T22:43:32.264" v="4" actId="1076"/>
      <pc:docMkLst>
        <pc:docMk/>
      </pc:docMkLst>
      <pc:sldChg chg="modSp mod">
        <pc:chgData name="Matías Benjamín Catalán Contreras" userId="b9a938d5-2c72-4464-a02a-ad02f324af09" providerId="ADAL" clId="{24DA65EE-AF23-4B04-A934-6415D1E1E474}" dt="2026-05-05T22:43:32.264" v="4" actId="1076"/>
        <pc:sldMkLst>
          <pc:docMk/>
          <pc:sldMk cId="0" sldId="259"/>
        </pc:sldMkLst>
        <pc:spChg chg="mod">
          <ac:chgData name="Matías Benjamín Catalán Contreras" userId="b9a938d5-2c72-4464-a02a-ad02f324af09" providerId="ADAL" clId="{24DA65EE-AF23-4B04-A934-6415D1E1E474}" dt="2026-05-05T22:43:28.924" v="3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Matías Benjamín Catalán Contreras" userId="b9a938d5-2c72-4464-a02a-ad02f324af09" providerId="ADAL" clId="{24DA65EE-AF23-4B04-A934-6415D1E1E474}" dt="2026-05-05T22:43:32.264" v="4" actId="1076"/>
          <ac:spMkLst>
            <pc:docMk/>
            <pc:sldMk cId="0" sldId="259"/>
            <ac:spMk id="9" creationId="{00000000-0000-0000-0000-000000000000}"/>
          </ac:spMkLst>
        </pc:spChg>
      </pc:sldChg>
    </pc:docChg>
  </pc:docChgLst>
  <pc:docChgLst>
    <pc:chgData name="Matías Benjamín Catalán Contreras" userId="S::mbcatalan@uc.cl::b9a938d5-2c72-4464-a02a-ad02f324af09" providerId="AD" clId="Web-{85F1C81A-B536-0FB6-03D3-D3B02DEAE498}"/>
    <pc:docChg chg="modSld">
      <pc:chgData name="Matías Benjamín Catalán Contreras" userId="S::mbcatalan@uc.cl::b9a938d5-2c72-4464-a02a-ad02f324af09" providerId="AD" clId="Web-{85F1C81A-B536-0FB6-03D3-D3B02DEAE498}" dt="2026-05-06T02:45:00.313" v="364" actId="1076"/>
      <pc:docMkLst>
        <pc:docMk/>
      </pc:docMkLst>
      <pc:sldChg chg="modSp">
        <pc:chgData name="Matías Benjamín Catalán Contreras" userId="S::mbcatalan@uc.cl::b9a938d5-2c72-4464-a02a-ad02f324af09" providerId="AD" clId="Web-{85F1C81A-B536-0FB6-03D3-D3B02DEAE498}" dt="2026-05-06T01:32:31.521" v="1" actId="1076"/>
        <pc:sldMkLst>
          <pc:docMk/>
          <pc:sldMk cId="3715028423" sldId="278"/>
        </pc:sldMkLst>
        <pc:picChg chg="mod">
          <ac:chgData name="Matías Benjamín Catalán Contreras" userId="S::mbcatalan@uc.cl::b9a938d5-2c72-4464-a02a-ad02f324af09" providerId="AD" clId="Web-{85F1C81A-B536-0FB6-03D3-D3B02DEAE498}" dt="2026-05-06T01:32:31.521" v="1" actId="1076"/>
          <ac:picMkLst>
            <pc:docMk/>
            <pc:sldMk cId="3715028423" sldId="278"/>
            <ac:picMk id="7" creationId="{16BAA53F-73C4-555E-9B50-D575E92F3862}"/>
          </ac:picMkLst>
        </pc:picChg>
      </pc:sldChg>
      <pc:sldChg chg="addSp delSp modSp">
        <pc:chgData name="Matías Benjamín Catalán Contreras" userId="S::mbcatalan@uc.cl::b9a938d5-2c72-4464-a02a-ad02f324af09" providerId="AD" clId="Web-{85F1C81A-B536-0FB6-03D3-D3B02DEAE498}" dt="2026-05-06T02:13:57.813" v="23"/>
        <pc:sldMkLst>
          <pc:docMk/>
          <pc:sldMk cId="482294376" sldId="283"/>
        </pc:sldMkLst>
        <pc:spChg chg="mod">
          <ac:chgData name="Matías Benjamín Catalán Contreras" userId="S::mbcatalan@uc.cl::b9a938d5-2c72-4464-a02a-ad02f324af09" providerId="AD" clId="Web-{85F1C81A-B536-0FB6-03D3-D3B02DEAE498}" dt="2026-05-06T01:58:38.278" v="8" actId="14100"/>
          <ac:spMkLst>
            <pc:docMk/>
            <pc:sldMk cId="482294376" sldId="283"/>
            <ac:spMk id="3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1:58:46.467" v="11" actId="14100"/>
          <ac:spMkLst>
            <pc:docMk/>
            <pc:sldMk cId="482294376" sldId="283"/>
            <ac:spMk id="4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1:58:43.904" v="10" actId="1076"/>
          <ac:spMkLst>
            <pc:docMk/>
            <pc:sldMk cId="482294376" sldId="283"/>
            <ac:spMk id="5" creationId="{00000000-0000-0000-0000-000000000000}"/>
          </ac:spMkLst>
        </pc:spChg>
        <pc:picChg chg="add del mod">
          <ac:chgData name="Matías Benjamín Catalán Contreras" userId="S::mbcatalan@uc.cl::b9a938d5-2c72-4464-a02a-ad02f324af09" providerId="AD" clId="Web-{85F1C81A-B536-0FB6-03D3-D3B02DEAE498}" dt="2026-05-06T02:04:14.883" v="16"/>
          <ac:picMkLst>
            <pc:docMk/>
            <pc:sldMk cId="482294376" sldId="283"/>
            <ac:picMk id="8" creationId="{E3928B14-C884-4D06-F4F3-3086A0E488C6}"/>
          </ac:picMkLst>
        </pc:picChg>
        <pc:picChg chg="add mod ord">
          <ac:chgData name="Matías Benjamín Catalán Contreras" userId="S::mbcatalan@uc.cl::b9a938d5-2c72-4464-a02a-ad02f324af09" providerId="AD" clId="Web-{85F1C81A-B536-0FB6-03D3-D3B02DEAE498}" dt="2026-05-06T02:13:57.813" v="23"/>
          <ac:picMkLst>
            <pc:docMk/>
            <pc:sldMk cId="482294376" sldId="283"/>
            <ac:picMk id="9" creationId="{953AEA6D-F33A-20D9-DA6B-B801C3202117}"/>
          </ac:picMkLst>
        </pc:picChg>
      </pc:sldChg>
      <pc:sldChg chg="delSp modSp">
        <pc:chgData name="Matías Benjamín Catalán Contreras" userId="S::mbcatalan@uc.cl::b9a938d5-2c72-4464-a02a-ad02f324af09" providerId="AD" clId="Web-{85F1C81A-B536-0FB6-03D3-D3B02DEAE498}" dt="2026-05-06T02:41:17.695" v="305" actId="20577"/>
        <pc:sldMkLst>
          <pc:docMk/>
          <pc:sldMk cId="2811299031" sldId="284"/>
        </pc:sldMkLst>
        <pc:spChg chg="mod">
          <ac:chgData name="Matías Benjamín Catalán Contreras" userId="S::mbcatalan@uc.cl::b9a938d5-2c72-4464-a02a-ad02f324af09" providerId="AD" clId="Web-{85F1C81A-B536-0FB6-03D3-D3B02DEAE498}" dt="2026-05-06T02:41:11.851" v="303" actId="20577"/>
          <ac:spMkLst>
            <pc:docMk/>
            <pc:sldMk cId="2811299031" sldId="284"/>
            <ac:spMk id="7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41:14.648" v="304" actId="20577"/>
          <ac:spMkLst>
            <pc:docMk/>
            <pc:sldMk cId="2811299031" sldId="284"/>
            <ac:spMk id="11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41:17.695" v="305" actId="20577"/>
          <ac:spMkLst>
            <pc:docMk/>
            <pc:sldMk cId="2811299031" sldId="284"/>
            <ac:spMk id="15" creationId="{00000000-0000-0000-0000-000000000000}"/>
          </ac:spMkLst>
        </pc:spChg>
        <pc:inkChg chg="del">
          <ac:chgData name="Matías Benjamín Catalán Contreras" userId="S::mbcatalan@uc.cl::b9a938d5-2c72-4464-a02a-ad02f324af09" providerId="AD" clId="Web-{85F1C81A-B536-0FB6-03D3-D3B02DEAE498}" dt="2026-05-06T02:15:35.641" v="24"/>
          <ac:inkMkLst>
            <pc:docMk/>
            <pc:sldMk cId="2811299031" sldId="284"/>
            <ac:inkMk id="17" creationId="{19076C15-895B-DAB2-5CF5-DCBF65267088}"/>
          </ac:inkMkLst>
        </pc:inkChg>
      </pc:sldChg>
      <pc:sldChg chg="modSp">
        <pc:chgData name="Matías Benjamín Catalán Contreras" userId="S::mbcatalan@uc.cl::b9a938d5-2c72-4464-a02a-ad02f324af09" providerId="AD" clId="Web-{85F1C81A-B536-0FB6-03D3-D3B02DEAE498}" dt="2026-05-06T02:42:05.587" v="312" actId="1076"/>
        <pc:sldMkLst>
          <pc:docMk/>
          <pc:sldMk cId="340807448" sldId="285"/>
        </pc:sldMkLst>
        <pc:spChg chg="mod">
          <ac:chgData name="Matías Benjamín Catalán Contreras" userId="S::mbcatalan@uc.cl::b9a938d5-2c72-4464-a02a-ad02f324af09" providerId="AD" clId="Web-{85F1C81A-B536-0FB6-03D3-D3B02DEAE498}" dt="2026-05-06T02:41:46.696" v="307" actId="20577"/>
          <ac:spMkLst>
            <pc:docMk/>
            <pc:sldMk cId="340807448" sldId="285"/>
            <ac:spMk id="21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41:43.352" v="306" actId="20577"/>
          <ac:spMkLst>
            <pc:docMk/>
            <pc:sldMk cId="340807448" sldId="285"/>
            <ac:spMk id="22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42:05.587" v="312" actId="1076"/>
          <ac:spMkLst>
            <pc:docMk/>
            <pc:sldMk cId="340807448" sldId="285"/>
            <ac:spMk id="24" creationId="{00000000-0000-0000-0000-000000000000}"/>
          </ac:spMkLst>
        </pc:spChg>
      </pc:sldChg>
      <pc:sldChg chg="modSp">
        <pc:chgData name="Matías Benjamín Catalán Contreras" userId="S::mbcatalan@uc.cl::b9a938d5-2c72-4464-a02a-ad02f324af09" providerId="AD" clId="Web-{85F1C81A-B536-0FB6-03D3-D3B02DEAE498}" dt="2026-05-06T02:25:21.271" v="121" actId="1076"/>
        <pc:sldMkLst>
          <pc:docMk/>
          <pc:sldMk cId="2806014252" sldId="286"/>
        </pc:sldMkLst>
        <pc:spChg chg="mod">
          <ac:chgData name="Matías Benjamín Catalán Contreras" userId="S::mbcatalan@uc.cl::b9a938d5-2c72-4464-a02a-ad02f324af09" providerId="AD" clId="Web-{85F1C81A-B536-0FB6-03D3-D3B02DEAE498}" dt="2026-05-06T02:25:21.271" v="121" actId="1076"/>
          <ac:spMkLst>
            <pc:docMk/>
            <pc:sldMk cId="2806014252" sldId="286"/>
            <ac:spMk id="12" creationId="{00000000-0000-0000-0000-000000000000}"/>
          </ac:spMkLst>
        </pc:spChg>
      </pc:sldChg>
      <pc:sldChg chg="modSp">
        <pc:chgData name="Matías Benjamín Catalán Contreras" userId="S::mbcatalan@uc.cl::b9a938d5-2c72-4464-a02a-ad02f324af09" providerId="AD" clId="Web-{85F1C81A-B536-0FB6-03D3-D3B02DEAE498}" dt="2026-05-06T02:25:56.272" v="153" actId="20577"/>
        <pc:sldMkLst>
          <pc:docMk/>
          <pc:sldMk cId="3648955017" sldId="287"/>
        </pc:sldMkLst>
        <pc:spChg chg="mod">
          <ac:chgData name="Matías Benjamín Catalán Contreras" userId="S::mbcatalan@uc.cl::b9a938d5-2c72-4464-a02a-ad02f324af09" providerId="AD" clId="Web-{85F1C81A-B536-0FB6-03D3-D3B02DEAE498}" dt="2026-05-06T02:25:56.272" v="153" actId="20577"/>
          <ac:spMkLst>
            <pc:docMk/>
            <pc:sldMk cId="3648955017" sldId="287"/>
            <ac:spMk id="9" creationId="{00000000-0000-0000-0000-000000000000}"/>
          </ac:spMkLst>
        </pc:spChg>
        <pc:graphicFrameChg chg="mod modGraphic">
          <ac:chgData name="Matías Benjamín Catalán Contreras" userId="S::mbcatalan@uc.cl::b9a938d5-2c72-4464-a02a-ad02f324af09" providerId="AD" clId="Web-{85F1C81A-B536-0FB6-03D3-D3B02DEAE498}" dt="2026-05-06T02:25:41.303" v="151"/>
          <ac:graphicFrameMkLst>
            <pc:docMk/>
            <pc:sldMk cId="3648955017" sldId="287"/>
            <ac:graphicFrameMk id="6" creationId="{00000000-0000-0000-0000-000000000000}"/>
          </ac:graphicFrameMkLst>
        </pc:graphicFrameChg>
      </pc:sldChg>
      <pc:sldChg chg="modSp">
        <pc:chgData name="Matías Benjamín Catalán Contreras" userId="S::mbcatalan@uc.cl::b9a938d5-2c72-4464-a02a-ad02f324af09" providerId="AD" clId="Web-{85F1C81A-B536-0FB6-03D3-D3B02DEAE498}" dt="2026-05-06T02:45:00.313" v="364" actId="1076"/>
        <pc:sldMkLst>
          <pc:docMk/>
          <pc:sldMk cId="800500832" sldId="288"/>
        </pc:sldMkLst>
        <pc:spChg chg="mod">
          <ac:chgData name="Matías Benjamín Catalán Contreras" userId="S::mbcatalan@uc.cl::b9a938d5-2c72-4464-a02a-ad02f324af09" providerId="AD" clId="Web-{85F1C81A-B536-0FB6-03D3-D3B02DEAE498}" dt="2026-05-06T02:26:42.023" v="158" actId="20577"/>
          <ac:spMkLst>
            <pc:docMk/>
            <pc:sldMk cId="800500832" sldId="288"/>
            <ac:spMk id="6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26:39.164" v="157" actId="20577"/>
          <ac:spMkLst>
            <pc:docMk/>
            <pc:sldMk cId="800500832" sldId="288"/>
            <ac:spMk id="8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26:29.445" v="156" actId="20577"/>
          <ac:spMkLst>
            <pc:docMk/>
            <pc:sldMk cId="800500832" sldId="288"/>
            <ac:spMk id="10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26:25.992" v="155" actId="20577"/>
          <ac:spMkLst>
            <pc:docMk/>
            <pc:sldMk cId="800500832" sldId="288"/>
            <ac:spMk id="12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26:51.524" v="161" actId="14100"/>
          <ac:spMkLst>
            <pc:docMk/>
            <pc:sldMk cId="800500832" sldId="288"/>
            <ac:spMk id="15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27:00.056" v="164" actId="14100"/>
          <ac:spMkLst>
            <pc:docMk/>
            <pc:sldMk cId="800500832" sldId="288"/>
            <ac:spMk id="17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45:00.281" v="362" actId="1076"/>
          <ac:spMkLst>
            <pc:docMk/>
            <pc:sldMk cId="800500832" sldId="288"/>
            <ac:spMk id="18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45:00.313" v="364" actId="1076"/>
          <ac:spMkLst>
            <pc:docMk/>
            <pc:sldMk cId="800500832" sldId="288"/>
            <ac:spMk id="20" creationId="{00000000-0000-0000-0000-000000000000}"/>
          </ac:spMkLst>
        </pc:spChg>
        <pc:picChg chg="mod">
          <ac:chgData name="Matías Benjamín Catalán Contreras" userId="S::mbcatalan@uc.cl::b9a938d5-2c72-4464-a02a-ad02f324af09" providerId="AD" clId="Web-{85F1C81A-B536-0FB6-03D3-D3B02DEAE498}" dt="2026-05-06T02:45:00.297" v="363" actId="1076"/>
          <ac:picMkLst>
            <pc:docMk/>
            <pc:sldMk cId="800500832" sldId="288"/>
            <ac:picMk id="19" creationId="{00000000-0000-0000-0000-000000000000}"/>
          </ac:picMkLst>
        </pc:picChg>
      </pc:sldChg>
      <pc:sldChg chg="modSp">
        <pc:chgData name="Matías Benjamín Catalán Contreras" userId="S::mbcatalan@uc.cl::b9a938d5-2c72-4464-a02a-ad02f324af09" providerId="AD" clId="Web-{85F1C81A-B536-0FB6-03D3-D3B02DEAE498}" dt="2026-05-06T02:30:31.924" v="237" actId="1076"/>
        <pc:sldMkLst>
          <pc:docMk/>
          <pc:sldMk cId="2608948689" sldId="289"/>
        </pc:sldMkLst>
        <pc:spChg chg="mod">
          <ac:chgData name="Matías Benjamín Catalán Contreras" userId="S::mbcatalan@uc.cl::b9a938d5-2c72-4464-a02a-ad02f324af09" providerId="AD" clId="Web-{85F1C81A-B536-0FB6-03D3-D3B02DEAE498}" dt="2026-05-06T02:29:45.594" v="234" actId="20577"/>
          <ac:spMkLst>
            <pc:docMk/>
            <pc:sldMk cId="2608948689" sldId="289"/>
            <ac:spMk id="4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30:31.924" v="237" actId="1076"/>
          <ac:spMkLst>
            <pc:docMk/>
            <pc:sldMk cId="2608948689" sldId="289"/>
            <ac:spMk id="6" creationId="{00000000-0000-0000-0000-000000000000}"/>
          </ac:spMkLst>
        </pc:spChg>
        <pc:graphicFrameChg chg="mod modGraphic">
          <ac:chgData name="Matías Benjamín Catalán Contreras" userId="S::mbcatalan@uc.cl::b9a938d5-2c72-4464-a02a-ad02f324af09" providerId="AD" clId="Web-{85F1C81A-B536-0FB6-03D3-D3B02DEAE498}" dt="2026-05-06T02:28:29.810" v="233"/>
          <ac:graphicFrameMkLst>
            <pc:docMk/>
            <pc:sldMk cId="2608948689" sldId="289"/>
            <ac:graphicFrameMk id="8" creationId="{00000000-0000-0000-0000-000000000000}"/>
          </ac:graphicFrameMkLst>
        </pc:graphicFrameChg>
      </pc:sldChg>
      <pc:sldChg chg="modSp">
        <pc:chgData name="Matías Benjamín Catalán Contreras" userId="S::mbcatalan@uc.cl::b9a938d5-2c72-4464-a02a-ad02f324af09" providerId="AD" clId="Web-{85F1C81A-B536-0FB6-03D3-D3B02DEAE498}" dt="2026-05-06T02:31:59.983" v="250" actId="20577"/>
        <pc:sldMkLst>
          <pc:docMk/>
          <pc:sldMk cId="2295742162" sldId="290"/>
        </pc:sldMkLst>
        <pc:spChg chg="mod">
          <ac:chgData name="Matías Benjamín Catalán Contreras" userId="S::mbcatalan@uc.cl::b9a938d5-2c72-4464-a02a-ad02f324af09" providerId="AD" clId="Web-{85F1C81A-B536-0FB6-03D3-D3B02DEAE498}" dt="2026-05-06T02:31:45.434" v="245" actId="20577"/>
          <ac:spMkLst>
            <pc:docMk/>
            <pc:sldMk cId="2295742162" sldId="290"/>
            <ac:spMk id="6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31:39.730" v="241" actId="20577"/>
          <ac:spMkLst>
            <pc:docMk/>
            <pc:sldMk cId="2295742162" sldId="290"/>
            <ac:spMk id="7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31:48.231" v="246" actId="20577"/>
          <ac:spMkLst>
            <pc:docMk/>
            <pc:sldMk cId="2295742162" sldId="290"/>
            <ac:spMk id="10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31:43.887" v="244" actId="20577"/>
          <ac:spMkLst>
            <pc:docMk/>
            <pc:sldMk cId="2295742162" sldId="290"/>
            <ac:spMk id="11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31:50.919" v="247" actId="20577"/>
          <ac:spMkLst>
            <pc:docMk/>
            <pc:sldMk cId="2295742162" sldId="290"/>
            <ac:spMk id="14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31:54.201" v="248" actId="20577"/>
          <ac:spMkLst>
            <pc:docMk/>
            <pc:sldMk cId="2295742162" sldId="290"/>
            <ac:spMk id="15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31:59.983" v="250" actId="20577"/>
          <ac:spMkLst>
            <pc:docMk/>
            <pc:sldMk cId="2295742162" sldId="290"/>
            <ac:spMk id="18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31:57.389" v="249" actId="20577"/>
          <ac:spMkLst>
            <pc:docMk/>
            <pc:sldMk cId="2295742162" sldId="290"/>
            <ac:spMk id="19" creationId="{00000000-0000-0000-0000-000000000000}"/>
          </ac:spMkLst>
        </pc:spChg>
      </pc:sldChg>
      <pc:sldChg chg="delSp">
        <pc:chgData name="Matías Benjamín Catalán Contreras" userId="S::mbcatalan@uc.cl::b9a938d5-2c72-4464-a02a-ad02f324af09" providerId="AD" clId="Web-{85F1C81A-B536-0FB6-03D3-D3B02DEAE498}" dt="2026-05-06T01:50:57.669" v="2"/>
        <pc:sldMkLst>
          <pc:docMk/>
          <pc:sldMk cId="3758105229" sldId="291"/>
        </pc:sldMkLst>
        <pc:inkChg chg="del">
          <ac:chgData name="Matías Benjamín Catalán Contreras" userId="S::mbcatalan@uc.cl::b9a938d5-2c72-4464-a02a-ad02f324af09" providerId="AD" clId="Web-{85F1C81A-B536-0FB6-03D3-D3B02DEAE498}" dt="2026-05-06T01:50:57.669" v="2"/>
          <ac:inkMkLst>
            <pc:docMk/>
            <pc:sldMk cId="3758105229" sldId="291"/>
            <ac:inkMk id="18" creationId="{6914C74E-32F7-2DEA-C163-600C25480AB1}"/>
          </ac:inkMkLst>
        </pc:inkChg>
      </pc:sldChg>
      <pc:sldChg chg="modSp">
        <pc:chgData name="Matías Benjamín Catalán Contreras" userId="S::mbcatalan@uc.cl::b9a938d5-2c72-4464-a02a-ad02f324af09" providerId="AD" clId="Web-{85F1C81A-B536-0FB6-03D3-D3B02DEAE498}" dt="2026-05-06T02:24:22.551" v="115" actId="1076"/>
        <pc:sldMkLst>
          <pc:docMk/>
          <pc:sldMk cId="2987572023" sldId="295"/>
        </pc:sldMkLst>
        <pc:spChg chg="mod">
          <ac:chgData name="Matías Benjamín Catalán Contreras" userId="S::mbcatalan@uc.cl::b9a938d5-2c72-4464-a02a-ad02f324af09" providerId="AD" clId="Web-{85F1C81A-B536-0FB6-03D3-D3B02DEAE498}" dt="2026-05-06T02:22:18.812" v="73" actId="14100"/>
          <ac:spMkLst>
            <pc:docMk/>
            <pc:sldMk cId="2987572023" sldId="295"/>
            <ac:spMk id="6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21:48.045" v="67" actId="20577"/>
          <ac:spMkLst>
            <pc:docMk/>
            <pc:sldMk cId="2987572023" sldId="295"/>
            <ac:spMk id="9" creationId="{00000000-0000-0000-0000-000000000000}"/>
          </ac:spMkLst>
        </pc:spChg>
        <pc:graphicFrameChg chg="mod modGraphic">
          <ac:chgData name="Matías Benjamín Catalán Contreras" userId="S::mbcatalan@uc.cl::b9a938d5-2c72-4464-a02a-ad02f324af09" providerId="AD" clId="Web-{85F1C81A-B536-0FB6-03D3-D3B02DEAE498}" dt="2026-05-06T02:24:22.551" v="115" actId="1076"/>
          <ac:graphicFrameMkLst>
            <pc:docMk/>
            <pc:sldMk cId="2987572023" sldId="295"/>
            <ac:graphicFrameMk id="11" creationId="{00000000-0000-0000-0000-000000000000}"/>
          </ac:graphicFrameMkLst>
        </pc:graphicFrameChg>
      </pc:sldChg>
      <pc:sldChg chg="modSp">
        <pc:chgData name="Matías Benjamín Catalán Contreras" userId="S::mbcatalan@uc.cl::b9a938d5-2c72-4464-a02a-ad02f324af09" providerId="AD" clId="Web-{85F1C81A-B536-0FB6-03D3-D3B02DEAE498}" dt="2026-05-06T02:28:16.153" v="184" actId="20577"/>
        <pc:sldMkLst>
          <pc:docMk/>
          <pc:sldMk cId="1830765870" sldId="299"/>
        </pc:sldMkLst>
        <pc:spChg chg="mod">
          <ac:chgData name="Matías Benjamín Catalán Contreras" userId="S::mbcatalan@uc.cl::b9a938d5-2c72-4464-a02a-ad02f324af09" providerId="AD" clId="Web-{85F1C81A-B536-0FB6-03D3-D3B02DEAE498}" dt="2026-05-06T02:27:26.088" v="168" actId="20577"/>
          <ac:spMkLst>
            <pc:docMk/>
            <pc:sldMk cId="1830765870" sldId="299"/>
            <ac:spMk id="22" creationId="{7DCD3A21-03A5-4EBE-9143-743C72C2BD24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27:40.839" v="172" actId="20577"/>
          <ac:spMkLst>
            <pc:docMk/>
            <pc:sldMk cId="1830765870" sldId="299"/>
            <ac:spMk id="28" creationId="{2CF47EC6-66D3-4CFC-800D-4D303AF9E355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27:44.667" v="174" actId="20577"/>
          <ac:spMkLst>
            <pc:docMk/>
            <pc:sldMk cId="1830765870" sldId="299"/>
            <ac:spMk id="34" creationId="{8EAF0F87-A169-4802-983E-D2F32FCFA452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27:46.918" v="176" actId="20577"/>
          <ac:spMkLst>
            <pc:docMk/>
            <pc:sldMk cId="1830765870" sldId="299"/>
            <ac:spMk id="40" creationId="{5FC91372-5111-4194-8812-C0A5EDE83047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27:49.386" v="178" actId="20577"/>
          <ac:spMkLst>
            <pc:docMk/>
            <pc:sldMk cId="1830765870" sldId="299"/>
            <ac:spMk id="46" creationId="{C959A6EF-8218-49E3-B936-5EBC0D62842A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28:10.637" v="183" actId="1076"/>
          <ac:spMkLst>
            <pc:docMk/>
            <pc:sldMk cId="1830765870" sldId="299"/>
            <ac:spMk id="50" creationId="{41529D44-8053-402D-9F9F-2DB804BDA42E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28:02.700" v="180" actId="20577"/>
          <ac:spMkLst>
            <pc:docMk/>
            <pc:sldMk cId="1830765870" sldId="299"/>
            <ac:spMk id="51" creationId="{AAC721CB-F79D-4BAF-AD85-4C917431B0CF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28:16.153" v="184" actId="20577"/>
          <ac:spMkLst>
            <pc:docMk/>
            <pc:sldMk cId="1830765870" sldId="299"/>
            <ac:spMk id="60" creationId="{00000000-0000-0000-0000-000000000000}"/>
          </ac:spMkLst>
        </pc:spChg>
      </pc:sldChg>
      <pc:sldChg chg="modSp">
        <pc:chgData name="Matías Benjamín Catalán Contreras" userId="S::mbcatalan@uc.cl::b9a938d5-2c72-4464-a02a-ad02f324af09" providerId="AD" clId="Web-{85F1C81A-B536-0FB6-03D3-D3B02DEAE498}" dt="2026-05-06T02:42:17.556" v="313" actId="20577"/>
        <pc:sldMkLst>
          <pc:docMk/>
          <pc:sldMk cId="88797672" sldId="302"/>
        </pc:sldMkLst>
        <pc:spChg chg="mod">
          <ac:chgData name="Matías Benjamín Catalán Contreras" userId="S::mbcatalan@uc.cl::b9a938d5-2c72-4464-a02a-ad02f324af09" providerId="AD" clId="Web-{85F1C81A-B536-0FB6-03D3-D3B02DEAE498}" dt="2026-05-06T02:22:41.250" v="77" actId="1076"/>
          <ac:spMkLst>
            <pc:docMk/>
            <pc:sldMk cId="88797672" sldId="302"/>
            <ac:spMk id="6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22:46.344" v="79" actId="1076"/>
          <ac:spMkLst>
            <pc:docMk/>
            <pc:sldMk cId="88797672" sldId="302"/>
            <ac:spMk id="7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42:17.556" v="313" actId="20577"/>
          <ac:spMkLst>
            <pc:docMk/>
            <pc:sldMk cId="88797672" sldId="302"/>
            <ac:spMk id="9" creationId="{00000000-0000-0000-0000-000000000000}"/>
          </ac:spMkLst>
        </pc:spChg>
        <pc:graphicFrameChg chg="mod modGraphic">
          <ac:chgData name="Matías Benjamín Catalán Contreras" userId="S::mbcatalan@uc.cl::b9a938d5-2c72-4464-a02a-ad02f324af09" providerId="AD" clId="Web-{85F1C81A-B536-0FB6-03D3-D3B02DEAE498}" dt="2026-05-06T02:24:10.800" v="113"/>
          <ac:graphicFrameMkLst>
            <pc:docMk/>
            <pc:sldMk cId="88797672" sldId="302"/>
            <ac:graphicFrameMk id="11" creationId="{00000000-0000-0000-0000-000000000000}"/>
          </ac:graphicFrameMkLst>
        </pc:graphicFrameChg>
      </pc:sldChg>
      <pc:sldChg chg="modSp">
        <pc:chgData name="Matías Benjamín Catalán Contreras" userId="S::mbcatalan@uc.cl::b9a938d5-2c72-4464-a02a-ad02f324af09" providerId="AD" clId="Web-{85F1C81A-B536-0FB6-03D3-D3B02DEAE498}" dt="2026-05-06T02:44:34.514" v="354" actId="1076"/>
        <pc:sldMkLst>
          <pc:docMk/>
          <pc:sldMk cId="1127729573" sldId="303"/>
        </pc:sldMkLst>
        <pc:spChg chg="mod">
          <ac:chgData name="Matías Benjamín Catalán Contreras" userId="S::mbcatalan@uc.cl::b9a938d5-2c72-4464-a02a-ad02f324af09" providerId="AD" clId="Web-{85F1C81A-B536-0FB6-03D3-D3B02DEAE498}" dt="2026-05-06T02:25:09.786" v="119" actId="1076"/>
          <ac:spMkLst>
            <pc:docMk/>
            <pc:sldMk cId="1127729573" sldId="303"/>
            <ac:spMk id="2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24:36.895" v="116" actId="1076"/>
          <ac:spMkLst>
            <pc:docMk/>
            <pc:sldMk cId="1127729573" sldId="303"/>
            <ac:spMk id="6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44:18.482" v="350" actId="1076"/>
          <ac:spMkLst>
            <pc:docMk/>
            <pc:sldMk cId="1127729573" sldId="303"/>
            <ac:spMk id="8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44:34.514" v="354" actId="1076"/>
          <ac:spMkLst>
            <pc:docMk/>
            <pc:sldMk cId="1127729573" sldId="303"/>
            <ac:spMk id="9" creationId="{00000000-0000-0000-0000-000000000000}"/>
          </ac:spMkLst>
        </pc:spChg>
        <pc:graphicFrameChg chg="mod modGraphic">
          <ac:chgData name="Matías Benjamín Catalán Contreras" userId="S::mbcatalan@uc.cl::b9a938d5-2c72-4464-a02a-ad02f324af09" providerId="AD" clId="Web-{85F1C81A-B536-0FB6-03D3-D3B02DEAE498}" dt="2026-05-06T02:40:20.896" v="302"/>
          <ac:graphicFrameMkLst>
            <pc:docMk/>
            <pc:sldMk cId="1127729573" sldId="303"/>
            <ac:graphicFrameMk id="11" creationId="{00000000-0000-0000-0000-000000000000}"/>
          </ac:graphicFrameMkLst>
        </pc:graphicFrameChg>
      </pc:sldChg>
      <pc:sldChg chg="modSp">
        <pc:chgData name="Matías Benjamín Catalán Contreras" userId="S::mbcatalan@uc.cl::b9a938d5-2c72-4464-a02a-ad02f324af09" providerId="AD" clId="Web-{85F1C81A-B536-0FB6-03D3-D3B02DEAE498}" dt="2026-05-06T02:44:24.029" v="352" actId="1076"/>
        <pc:sldMkLst>
          <pc:docMk/>
          <pc:sldMk cId="1816202358" sldId="304"/>
        </pc:sldMkLst>
        <pc:spChg chg="mod">
          <ac:chgData name="Matías Benjamín Catalán Contreras" userId="S::mbcatalan@uc.cl::b9a938d5-2c72-4464-a02a-ad02f324af09" providerId="AD" clId="Web-{85F1C81A-B536-0FB6-03D3-D3B02DEAE498}" dt="2026-05-06T02:43:11.214" v="328" actId="1076"/>
          <ac:spMkLst>
            <pc:docMk/>
            <pc:sldMk cId="1816202358" sldId="304"/>
            <ac:spMk id="4" creationId="{C6D7B52A-B80D-B42C-3175-B6772B71D1F7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44:24.029" v="352" actId="1076"/>
          <ac:spMkLst>
            <pc:docMk/>
            <pc:sldMk cId="1816202358" sldId="304"/>
            <ac:spMk id="5" creationId="{C06B9BD9-3246-0023-B258-20F69DA52F93}"/>
          </ac:spMkLst>
        </pc:spChg>
        <pc:spChg chg="mod">
          <ac:chgData name="Matías Benjamín Catalán Contreras" userId="S::mbcatalan@uc.cl::b9a938d5-2c72-4464-a02a-ad02f324af09" providerId="AD" clId="Web-{85F1C81A-B536-0FB6-03D3-D3B02DEAE498}" dt="2026-05-06T02:44:22.186" v="351" actId="1076"/>
          <ac:spMkLst>
            <pc:docMk/>
            <pc:sldMk cId="1816202358" sldId="304"/>
            <ac:spMk id="6" creationId="{10BF85DE-D087-E514-5070-B6FE6177E398}"/>
          </ac:spMkLst>
        </pc:spChg>
        <pc:graphicFrameChg chg="mod modGraphic">
          <ac:chgData name="Matías Benjamín Catalán Contreras" userId="S::mbcatalan@uc.cl::b9a938d5-2c72-4464-a02a-ad02f324af09" providerId="AD" clId="Web-{85F1C81A-B536-0FB6-03D3-D3B02DEAE498}" dt="2026-05-06T02:43:25.574" v="344"/>
          <ac:graphicFrameMkLst>
            <pc:docMk/>
            <pc:sldMk cId="1816202358" sldId="304"/>
            <ac:graphicFrameMk id="11" creationId="{C35E21FE-0BDF-8A24-65B4-576BAF8A6378}"/>
          </ac:graphicFrameMkLst>
        </pc:graphicFrameChg>
      </pc:sldChg>
    </pc:docChg>
  </pc:docChgLst>
  <pc:docChgLst>
    <pc:chgData name="Patricio Andres Acevedo Flores" userId="S::psacevedo@uc.cl::4af84578-96bf-42a7-b185-661078b9ac53" providerId="AD" clId="Web-{5DEC65B8-7EFF-C80B-77AE-A1B99A58BB18}"/>
    <pc:docChg chg="addSld delSld modSld sldOrd">
      <pc:chgData name="Patricio Andres Acevedo Flores" userId="S::psacevedo@uc.cl::4af84578-96bf-42a7-b185-661078b9ac53" providerId="AD" clId="Web-{5DEC65B8-7EFF-C80B-77AE-A1B99A58BB18}" dt="2026-05-06T03:55:42.869" v="916" actId="20577"/>
      <pc:docMkLst>
        <pc:docMk/>
      </pc:docMkLst>
      <pc:sldChg chg="del">
        <pc:chgData name="Patricio Andres Acevedo Flores" userId="S::psacevedo@uc.cl::4af84578-96bf-42a7-b185-661078b9ac53" providerId="AD" clId="Web-{5DEC65B8-7EFF-C80B-77AE-A1B99A58BB18}" dt="2026-05-06T01:46:05.328" v="1"/>
        <pc:sldMkLst>
          <pc:docMk/>
          <pc:sldMk cId="2706576905" sldId="276"/>
        </pc:sldMkLst>
      </pc:sldChg>
      <pc:sldChg chg="addSp delSp modSp">
        <pc:chgData name="Patricio Andres Acevedo Flores" userId="S::psacevedo@uc.cl::4af84578-96bf-42a7-b185-661078b9ac53" providerId="AD" clId="Web-{5DEC65B8-7EFF-C80B-77AE-A1B99A58BB18}" dt="2026-05-06T03:34:47.309" v="642"/>
        <pc:sldMkLst>
          <pc:docMk/>
          <pc:sldMk cId="482294376" sldId="283"/>
        </pc:sldMkLst>
        <pc:picChg chg="add del mod">
          <ac:chgData name="Patricio Andres Acevedo Flores" userId="S::psacevedo@uc.cl::4af84578-96bf-42a7-b185-661078b9ac53" providerId="AD" clId="Web-{5DEC65B8-7EFF-C80B-77AE-A1B99A58BB18}" dt="2026-05-06T03:34:47.309" v="642"/>
          <ac:picMkLst>
            <pc:docMk/>
            <pc:sldMk cId="482294376" sldId="283"/>
            <ac:picMk id="10" creationId="{CB7B4412-9519-9A48-7BC9-DE165551EF4D}"/>
          </ac:picMkLst>
        </pc:picChg>
      </pc:sldChg>
      <pc:sldChg chg="modNotes">
        <pc:chgData name="Patricio Andres Acevedo Flores" userId="S::psacevedo@uc.cl::4af84578-96bf-42a7-b185-661078b9ac53" providerId="AD" clId="Web-{5DEC65B8-7EFF-C80B-77AE-A1B99A58BB18}" dt="2026-05-06T03:13:04.803" v="491"/>
        <pc:sldMkLst>
          <pc:docMk/>
          <pc:sldMk cId="2811299031" sldId="284"/>
        </pc:sldMkLst>
      </pc:sldChg>
      <pc:sldChg chg="modNotes">
        <pc:chgData name="Patricio Andres Acevedo Flores" userId="S::psacevedo@uc.cl::4af84578-96bf-42a7-b185-661078b9ac53" providerId="AD" clId="Web-{5DEC65B8-7EFF-C80B-77AE-A1B99A58BB18}" dt="2026-05-06T03:13:11.116" v="493"/>
        <pc:sldMkLst>
          <pc:docMk/>
          <pc:sldMk cId="340807448" sldId="285"/>
        </pc:sldMkLst>
      </pc:sldChg>
      <pc:sldChg chg="del">
        <pc:chgData name="Patricio Andres Acevedo Flores" userId="S::psacevedo@uc.cl::4af84578-96bf-42a7-b185-661078b9ac53" providerId="AD" clId="Web-{5DEC65B8-7EFF-C80B-77AE-A1B99A58BB18}" dt="2026-05-06T02:59:59.396" v="460"/>
        <pc:sldMkLst>
          <pc:docMk/>
          <pc:sldMk cId="2806014252" sldId="286"/>
        </pc:sldMkLst>
      </pc:sldChg>
      <pc:sldChg chg="addSp delSp modSp del">
        <pc:chgData name="Patricio Andres Acevedo Flores" userId="S::psacevedo@uc.cl::4af84578-96bf-42a7-b185-661078b9ac53" providerId="AD" clId="Web-{5DEC65B8-7EFF-C80B-77AE-A1B99A58BB18}" dt="2026-05-06T02:41:40.893" v="398"/>
        <pc:sldMkLst>
          <pc:docMk/>
          <pc:sldMk cId="3648955017" sldId="287"/>
        </pc:sldMkLst>
        <pc:spChg chg="del">
          <ac:chgData name="Patricio Andres Acevedo Flores" userId="S::psacevedo@uc.cl::4af84578-96bf-42a7-b185-661078b9ac53" providerId="AD" clId="Web-{5DEC65B8-7EFF-C80B-77AE-A1B99A58BB18}" dt="2026-05-06T02:40:33.838" v="385"/>
          <ac:spMkLst>
            <pc:docMk/>
            <pc:sldMk cId="3648955017" sldId="287"/>
            <ac:spMk id="2" creationId="{00000000-0000-0000-0000-00000000000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40:33.838" v="384"/>
          <ac:spMkLst>
            <pc:docMk/>
            <pc:sldMk cId="3648955017" sldId="287"/>
            <ac:spMk id="3" creationId="{00000000-0000-0000-0000-00000000000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40:33.838" v="383"/>
          <ac:spMkLst>
            <pc:docMk/>
            <pc:sldMk cId="3648955017" sldId="287"/>
            <ac:spMk id="4" creationId="{00000000-0000-0000-0000-00000000000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40:33.838" v="381"/>
          <ac:spMkLst>
            <pc:docMk/>
            <pc:sldMk cId="3648955017" sldId="287"/>
            <ac:spMk id="5" creationId="{00000000-0000-0000-0000-00000000000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40:33.838" v="379"/>
          <ac:spMkLst>
            <pc:docMk/>
            <pc:sldMk cId="3648955017" sldId="287"/>
            <ac:spMk id="8" creationId="{00000000-0000-0000-0000-00000000000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40:33.838" v="378"/>
          <ac:spMkLst>
            <pc:docMk/>
            <pc:sldMk cId="3648955017" sldId="287"/>
            <ac:spMk id="9" creationId="{00000000-0000-0000-0000-000000000000}"/>
          </ac:spMkLst>
        </pc:spChg>
        <pc:graphicFrameChg chg="del">
          <ac:chgData name="Patricio Andres Acevedo Flores" userId="S::psacevedo@uc.cl::4af84578-96bf-42a7-b185-661078b9ac53" providerId="AD" clId="Web-{5DEC65B8-7EFF-C80B-77AE-A1B99A58BB18}" dt="2026-05-06T02:40:33.838" v="382"/>
          <ac:graphicFrameMkLst>
            <pc:docMk/>
            <pc:sldMk cId="3648955017" sldId="287"/>
            <ac:graphicFrameMk id="6" creationId="{00000000-0000-0000-0000-000000000000}"/>
          </ac:graphicFrameMkLst>
        </pc:graphicFrameChg>
        <pc:picChg chg="del">
          <ac:chgData name="Patricio Andres Acevedo Flores" userId="S::psacevedo@uc.cl::4af84578-96bf-42a7-b185-661078b9ac53" providerId="AD" clId="Web-{5DEC65B8-7EFF-C80B-77AE-A1B99A58BB18}" dt="2026-05-06T02:40:33.838" v="380"/>
          <ac:picMkLst>
            <pc:docMk/>
            <pc:sldMk cId="3648955017" sldId="287"/>
            <ac:picMk id="7" creationId="{00000000-0000-0000-0000-000000000000}"/>
          </ac:picMkLst>
        </pc:picChg>
        <pc:picChg chg="add del mod">
          <ac:chgData name="Patricio Andres Acevedo Flores" userId="S::psacevedo@uc.cl::4af84578-96bf-42a7-b185-661078b9ac53" providerId="AD" clId="Web-{5DEC65B8-7EFF-C80B-77AE-A1B99A58BB18}" dt="2026-05-06T02:40:28.728" v="377"/>
          <ac:picMkLst>
            <pc:docMk/>
            <pc:sldMk cId="3648955017" sldId="287"/>
            <ac:picMk id="11" creationId="{6CF697BF-9DAC-CA3B-B896-EE8E332956F3}"/>
          </ac:picMkLst>
        </pc:picChg>
        <pc:picChg chg="add del mod">
          <ac:chgData name="Patricio Andres Acevedo Flores" userId="S::psacevedo@uc.cl::4af84578-96bf-42a7-b185-661078b9ac53" providerId="AD" clId="Web-{5DEC65B8-7EFF-C80B-77AE-A1B99A58BB18}" dt="2026-05-06T02:40:56.982" v="392"/>
          <ac:picMkLst>
            <pc:docMk/>
            <pc:sldMk cId="3648955017" sldId="287"/>
            <ac:picMk id="12" creationId="{95AF1B90-D500-11AE-27E7-18B41728B139}"/>
          </ac:picMkLst>
        </pc:picChg>
        <pc:picChg chg="add mod">
          <ac:chgData name="Patricio Andres Acevedo Flores" userId="S::psacevedo@uc.cl::4af84578-96bf-42a7-b185-661078b9ac53" providerId="AD" clId="Web-{5DEC65B8-7EFF-C80B-77AE-A1B99A58BB18}" dt="2026-05-06T02:41:34.658" v="396" actId="1076"/>
          <ac:picMkLst>
            <pc:docMk/>
            <pc:sldMk cId="3648955017" sldId="287"/>
            <ac:picMk id="13" creationId="{DD833BA4-9716-24C8-3301-ECD6C9364E71}"/>
          </ac:picMkLst>
        </pc:picChg>
      </pc:sldChg>
      <pc:sldChg chg="addSp delSp modSp">
        <pc:chgData name="Patricio Andres Acevedo Flores" userId="S::psacevedo@uc.cl::4af84578-96bf-42a7-b185-661078b9ac53" providerId="AD" clId="Web-{5DEC65B8-7EFF-C80B-77AE-A1B99A58BB18}" dt="2026-05-06T03:55:42.869" v="916" actId="20577"/>
        <pc:sldMkLst>
          <pc:docMk/>
          <pc:sldMk cId="800500832" sldId="288"/>
        </pc:sldMkLst>
        <pc:spChg chg="mod">
          <ac:chgData name="Patricio Andres Acevedo Flores" userId="S::psacevedo@uc.cl::4af84578-96bf-42a7-b185-661078b9ac53" providerId="AD" clId="Web-{5DEC65B8-7EFF-C80B-77AE-A1B99A58BB18}" dt="2026-05-06T03:38:08.666" v="679" actId="20577"/>
          <ac:spMkLst>
            <pc:docMk/>
            <pc:sldMk cId="800500832" sldId="288"/>
            <ac:spMk id="6" creationId="{00000000-0000-0000-0000-000000000000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3:04:16.444" v="470" actId="20577"/>
          <ac:spMkLst>
            <pc:docMk/>
            <pc:sldMk cId="800500832" sldId="288"/>
            <ac:spMk id="8" creationId="{00000000-0000-0000-0000-000000000000}"/>
          </ac:spMkLst>
        </pc:spChg>
        <pc:spChg chg="add del mod">
          <ac:chgData name="Patricio Andres Acevedo Flores" userId="S::psacevedo@uc.cl::4af84578-96bf-42a7-b185-661078b9ac53" providerId="AD" clId="Web-{5DEC65B8-7EFF-C80B-77AE-A1B99A58BB18}" dt="2026-05-06T03:40:20.077" v="740"/>
          <ac:spMkLst>
            <pc:docMk/>
            <pc:sldMk cId="800500832" sldId="288"/>
            <ac:spMk id="10" creationId="{00000000-0000-0000-0000-000000000000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3:55:37.088" v="915" actId="20577"/>
          <ac:spMkLst>
            <pc:docMk/>
            <pc:sldMk cId="800500832" sldId="288"/>
            <ac:spMk id="12" creationId="{00000000-0000-0000-0000-000000000000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3:37:24.663" v="653" actId="20577"/>
          <ac:spMkLst>
            <pc:docMk/>
            <pc:sldMk cId="800500832" sldId="288"/>
            <ac:spMk id="15" creationId="{00000000-0000-0000-0000-000000000000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3:37:19.241" v="652" actId="20577"/>
          <ac:spMkLst>
            <pc:docMk/>
            <pc:sldMk cId="800500832" sldId="288"/>
            <ac:spMk id="17" creationId="{00000000-0000-0000-0000-000000000000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3:46:38.807" v="828" actId="20577"/>
          <ac:spMkLst>
            <pc:docMk/>
            <pc:sldMk cId="800500832" sldId="288"/>
            <ac:spMk id="20" creationId="{00000000-0000-0000-0000-000000000000}"/>
          </ac:spMkLst>
        </pc:spChg>
        <pc:spChg chg="add del">
          <ac:chgData name="Patricio Andres Acevedo Flores" userId="S::psacevedo@uc.cl::4af84578-96bf-42a7-b185-661078b9ac53" providerId="AD" clId="Web-{5DEC65B8-7EFF-C80B-77AE-A1B99A58BB18}" dt="2026-05-06T03:05:07.149" v="482"/>
          <ac:spMkLst>
            <pc:docMk/>
            <pc:sldMk cId="800500832" sldId="288"/>
            <ac:spMk id="23" creationId="{C742B5C1-554C-A1FE-80A7-9F292BDF7806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3:55:31.947" v="914" actId="20577"/>
          <ac:spMkLst>
            <pc:docMk/>
            <pc:sldMk cId="800500832" sldId="288"/>
            <ac:spMk id="25" creationId="{4B9ECA81-561B-257D-7790-C604DBFDC08C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3:55:42.869" v="916" actId="20577"/>
          <ac:spMkLst>
            <pc:docMk/>
            <pc:sldMk cId="800500832" sldId="288"/>
            <ac:spMk id="28" creationId="{49DE1886-F655-65AD-C230-D1727C13CB60}"/>
          </ac:spMkLst>
        </pc:spChg>
        <pc:picChg chg="mod">
          <ac:chgData name="Patricio Andres Acevedo Flores" userId="S::psacevedo@uc.cl::4af84578-96bf-42a7-b185-661078b9ac53" providerId="AD" clId="Web-{5DEC65B8-7EFF-C80B-77AE-A1B99A58BB18}" dt="2026-05-06T03:38:58.918" v="697" actId="1076"/>
          <ac:picMkLst>
            <pc:docMk/>
            <pc:sldMk cId="800500832" sldId="288"/>
            <ac:picMk id="11" creationId="{00000000-0000-0000-0000-000000000000}"/>
          </ac:picMkLst>
        </pc:picChg>
        <pc:picChg chg="mod">
          <ac:chgData name="Patricio Andres Acevedo Flores" userId="S::psacevedo@uc.cl::4af84578-96bf-42a7-b185-661078b9ac53" providerId="AD" clId="Web-{5DEC65B8-7EFF-C80B-77AE-A1B99A58BB18}" dt="2026-05-06T03:39:03.090" v="701" actId="1076"/>
          <ac:picMkLst>
            <pc:docMk/>
            <pc:sldMk cId="800500832" sldId="288"/>
            <ac:picMk id="22" creationId="{7D40ADB7-A633-24D3-131B-0F81F0F10EC2}"/>
          </ac:picMkLst>
        </pc:picChg>
        <pc:picChg chg="add del mod">
          <ac:chgData name="Patricio Andres Acevedo Flores" userId="S::psacevedo@uc.cl::4af84578-96bf-42a7-b185-661078b9ac53" providerId="AD" clId="Web-{5DEC65B8-7EFF-C80B-77AE-A1B99A58BB18}" dt="2026-05-06T03:35:26.281" v="647"/>
          <ac:picMkLst>
            <pc:docMk/>
            <pc:sldMk cId="800500832" sldId="288"/>
            <ac:picMk id="24" creationId="{67C454A5-5994-3AFF-8592-A25AD8EB684A}"/>
          </ac:picMkLst>
        </pc:picChg>
      </pc:sldChg>
      <pc:sldChg chg="modSp">
        <pc:chgData name="Patricio Andres Acevedo Flores" userId="S::psacevedo@uc.cl::4af84578-96bf-42a7-b185-661078b9ac53" providerId="AD" clId="Web-{5DEC65B8-7EFF-C80B-77AE-A1B99A58BB18}" dt="2026-05-06T03:44:47.339" v="761" actId="1076"/>
        <pc:sldMkLst>
          <pc:docMk/>
          <pc:sldMk cId="2608948689" sldId="289"/>
        </pc:sldMkLst>
        <pc:graphicFrameChg chg="mod">
          <ac:chgData name="Patricio Andres Acevedo Flores" userId="S::psacevedo@uc.cl::4af84578-96bf-42a7-b185-661078b9ac53" providerId="AD" clId="Web-{5DEC65B8-7EFF-C80B-77AE-A1B99A58BB18}" dt="2026-05-06T03:44:47.339" v="761" actId="1076"/>
          <ac:graphicFrameMkLst>
            <pc:docMk/>
            <pc:sldMk cId="2608948689" sldId="289"/>
            <ac:graphicFrameMk id="8" creationId="{00000000-0000-0000-0000-000000000000}"/>
          </ac:graphicFrameMkLst>
        </pc:graphicFrameChg>
      </pc:sldChg>
      <pc:sldChg chg="delSp modSp">
        <pc:chgData name="Patricio Andres Acevedo Flores" userId="S::psacevedo@uc.cl::4af84578-96bf-42a7-b185-661078b9ac53" providerId="AD" clId="Web-{5DEC65B8-7EFF-C80B-77AE-A1B99A58BB18}" dt="2026-05-06T01:51:24.462" v="104" actId="1076"/>
        <pc:sldMkLst>
          <pc:docMk/>
          <pc:sldMk cId="3758105229" sldId="291"/>
        </pc:sldMkLst>
        <pc:spChg chg="del mod">
          <ac:chgData name="Patricio Andres Acevedo Flores" userId="S::psacevedo@uc.cl::4af84578-96bf-42a7-b185-661078b9ac53" providerId="AD" clId="Web-{5DEC65B8-7EFF-C80B-77AE-A1B99A58BB18}" dt="2026-05-06T01:51:03.413" v="98"/>
          <ac:spMkLst>
            <pc:docMk/>
            <pc:sldMk cId="3758105229" sldId="291"/>
            <ac:spMk id="5" creationId="{00000000-0000-0000-0000-000000000000}"/>
          </ac:spMkLst>
        </pc:spChg>
        <pc:picChg chg="mod">
          <ac:chgData name="Patricio Andres Acevedo Flores" userId="S::psacevedo@uc.cl::4af84578-96bf-42a7-b185-661078b9ac53" providerId="AD" clId="Web-{5DEC65B8-7EFF-C80B-77AE-A1B99A58BB18}" dt="2026-05-06T01:51:24.462" v="104" actId="1076"/>
          <ac:picMkLst>
            <pc:docMk/>
            <pc:sldMk cId="3758105229" sldId="291"/>
            <ac:picMk id="7" creationId="{16BAA53F-73C4-555E-9B50-D575E92F3862}"/>
          </ac:picMkLst>
        </pc:picChg>
      </pc:sldChg>
      <pc:sldChg chg="modNotes">
        <pc:chgData name="Patricio Andres Acevedo Flores" userId="S::psacevedo@uc.cl::4af84578-96bf-42a7-b185-661078b9ac53" providerId="AD" clId="Web-{5DEC65B8-7EFF-C80B-77AE-A1B99A58BB18}" dt="2026-05-06T03:14:06.338" v="510"/>
        <pc:sldMkLst>
          <pc:docMk/>
          <pc:sldMk cId="3308353349" sldId="292"/>
        </pc:sldMkLst>
      </pc:sldChg>
      <pc:sldChg chg="modSp modNotes">
        <pc:chgData name="Patricio Andres Acevedo Flores" userId="S::psacevedo@uc.cl::4af84578-96bf-42a7-b185-661078b9ac53" providerId="AD" clId="Web-{5DEC65B8-7EFF-C80B-77AE-A1B99A58BB18}" dt="2026-05-06T03:44:37.542" v="760" actId="20577"/>
        <pc:sldMkLst>
          <pc:docMk/>
          <pc:sldMk cId="4091911978" sldId="293"/>
        </pc:sldMkLst>
        <pc:spChg chg="mod">
          <ac:chgData name="Patricio Andres Acevedo Flores" userId="S::psacevedo@uc.cl::4af84578-96bf-42a7-b185-661078b9ac53" providerId="AD" clId="Web-{5DEC65B8-7EFF-C80B-77AE-A1B99A58BB18}" dt="2026-05-06T03:44:37.542" v="760" actId="20577"/>
          <ac:spMkLst>
            <pc:docMk/>
            <pc:sldMk cId="4091911978" sldId="293"/>
            <ac:spMk id="11" creationId="{00000000-0000-0000-0000-000000000000}"/>
          </ac:spMkLst>
        </pc:spChg>
      </pc:sldChg>
      <pc:sldChg chg="modSp add">
        <pc:chgData name="Patricio Andres Acevedo Flores" userId="S::psacevedo@uc.cl::4af84578-96bf-42a7-b185-661078b9ac53" providerId="AD" clId="Web-{5DEC65B8-7EFF-C80B-77AE-A1B99A58BB18}" dt="2026-05-06T01:58:07.595" v="110" actId="14100"/>
        <pc:sldMkLst>
          <pc:docMk/>
          <pc:sldMk cId="2987572023" sldId="295"/>
        </pc:sldMkLst>
        <pc:spChg chg="mod">
          <ac:chgData name="Patricio Andres Acevedo Flores" userId="S::psacevedo@uc.cl::4af84578-96bf-42a7-b185-661078b9ac53" providerId="AD" clId="Web-{5DEC65B8-7EFF-C80B-77AE-A1B99A58BB18}" dt="2026-05-06T01:58:07.595" v="110" actId="14100"/>
          <ac:spMkLst>
            <pc:docMk/>
            <pc:sldMk cId="2987572023" sldId="295"/>
            <ac:spMk id="6" creationId="{00000000-0000-0000-0000-000000000000}"/>
          </ac:spMkLst>
        </pc:spChg>
      </pc:sldChg>
      <pc:sldChg chg="add del">
        <pc:chgData name="Patricio Andres Acevedo Flores" userId="S::psacevedo@uc.cl::4af84578-96bf-42a7-b185-661078b9ac53" providerId="AD" clId="Web-{5DEC65B8-7EFF-C80B-77AE-A1B99A58BB18}" dt="2026-05-06T02:04:16.886" v="113"/>
        <pc:sldMkLst>
          <pc:docMk/>
          <pc:sldMk cId="955459565" sldId="296"/>
        </pc:sldMkLst>
      </pc:sldChg>
      <pc:sldChg chg="addSp delSp modSp add del">
        <pc:chgData name="Patricio Andres Acevedo Flores" userId="S::psacevedo@uc.cl::4af84578-96bf-42a7-b185-661078b9ac53" providerId="AD" clId="Web-{5DEC65B8-7EFF-C80B-77AE-A1B99A58BB18}" dt="2026-05-06T02:09:32.994" v="299"/>
        <pc:sldMkLst>
          <pc:docMk/>
          <pc:sldMk cId="1586462670" sldId="297"/>
        </pc:sldMkLst>
        <pc:spChg chg="del">
          <ac:chgData name="Patricio Andres Acevedo Flores" userId="S::psacevedo@uc.cl::4af84578-96bf-42a7-b185-661078b9ac53" providerId="AD" clId="Web-{5DEC65B8-7EFF-C80B-77AE-A1B99A58BB18}" dt="2026-05-06T02:06:03.970" v="130"/>
          <ac:spMkLst>
            <pc:docMk/>
            <pc:sldMk cId="1586462670" sldId="297"/>
            <ac:spMk id="4" creationId="{00000000-0000-0000-0000-00000000000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06:03.970" v="128"/>
          <ac:spMkLst>
            <pc:docMk/>
            <pc:sldMk cId="1586462670" sldId="297"/>
            <ac:spMk id="6" creationId="{00000000-0000-0000-0000-00000000000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06:03.970" v="126"/>
          <ac:spMkLst>
            <pc:docMk/>
            <pc:sldMk cId="1586462670" sldId="297"/>
            <ac:spMk id="8" creationId="{00000000-0000-0000-0000-00000000000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06:03.970" v="124"/>
          <ac:spMkLst>
            <pc:docMk/>
            <pc:sldMk cId="1586462670" sldId="297"/>
            <ac:spMk id="10" creationId="{00000000-0000-0000-0000-00000000000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06:03.970" v="122"/>
          <ac:spMkLst>
            <pc:docMk/>
            <pc:sldMk cId="1586462670" sldId="297"/>
            <ac:spMk id="12" creationId="{00000000-0000-0000-0000-00000000000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06:03.970" v="121"/>
          <ac:spMkLst>
            <pc:docMk/>
            <pc:sldMk cId="1586462670" sldId="297"/>
            <ac:spMk id="13" creationId="{00000000-0000-0000-0000-00000000000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06:03.970" v="119"/>
          <ac:spMkLst>
            <pc:docMk/>
            <pc:sldMk cId="1586462670" sldId="297"/>
            <ac:spMk id="15" creationId="{00000000-0000-0000-0000-00000000000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06:03.955" v="117"/>
          <ac:spMkLst>
            <pc:docMk/>
            <pc:sldMk cId="1586462670" sldId="297"/>
            <ac:spMk id="17" creationId="{00000000-0000-0000-0000-00000000000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06:03.955" v="116"/>
          <ac:spMkLst>
            <pc:docMk/>
            <pc:sldMk cId="1586462670" sldId="297"/>
            <ac:spMk id="18" creationId="{00000000-0000-0000-0000-00000000000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06:03.955" v="114"/>
          <ac:spMkLst>
            <pc:docMk/>
            <pc:sldMk cId="1586462670" sldId="297"/>
            <ac:spMk id="20" creationId="{00000000-0000-0000-0000-000000000000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7:47.515" v="297" actId="20577"/>
          <ac:spMkLst>
            <pc:docMk/>
            <pc:sldMk cId="1586462670" sldId="297"/>
            <ac:spMk id="22" creationId="{7DCD3A21-03A5-4EBE-9143-743C72C2BD24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28.880" v="141"/>
          <ac:spMkLst>
            <pc:docMk/>
            <pc:sldMk cId="1586462670" sldId="297"/>
            <ac:spMk id="23" creationId="{EB7A9EE1-FD6D-4742-A902-501CAF855D2B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28.943" v="144"/>
          <ac:spMkLst>
            <pc:docMk/>
            <pc:sldMk cId="1586462670" sldId="297"/>
            <ac:spMk id="24" creationId="{DAB5856A-AD95-44C3-A71E-F1264A750C90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29.084" v="149"/>
          <ac:spMkLst>
            <pc:docMk/>
            <pc:sldMk cId="1586462670" sldId="297"/>
            <ac:spMk id="25" creationId="{DCD2FA5B-4FFA-4516-A509-7EB919855509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29.255" v="155"/>
          <ac:spMkLst>
            <pc:docMk/>
            <pc:sldMk cId="1586462670" sldId="297"/>
            <ac:spMk id="26" creationId="{698C3D4A-9427-4346-862F-0CC3C46BCA74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29.459" v="162"/>
          <ac:spMkLst>
            <pc:docMk/>
            <pc:sldMk cId="1586462670" sldId="297"/>
            <ac:spMk id="27" creationId="{11910C0E-908C-4ADC-AFE6-3EACB7279CF8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29.646" v="168"/>
          <ac:spMkLst>
            <pc:docMk/>
            <pc:sldMk cId="1586462670" sldId="297"/>
            <ac:spMk id="28" creationId="{2CF47EC6-66D3-4CFC-800D-4D303AF9E355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29.756" v="171"/>
          <ac:spMkLst>
            <pc:docMk/>
            <pc:sldMk cId="1586462670" sldId="297"/>
            <ac:spMk id="29" creationId="{3BF2EADD-2362-47E3-BFED-8414D5F8C04C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29.865" v="174"/>
          <ac:spMkLst>
            <pc:docMk/>
            <pc:sldMk cId="1586462670" sldId="297"/>
            <ac:spMk id="30" creationId="{7C88AE97-2AD2-43AA-ABC9-3735293FF368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0.084" v="179"/>
          <ac:spMkLst>
            <pc:docMk/>
            <pc:sldMk cId="1586462670" sldId="297"/>
            <ac:spMk id="31" creationId="{D516ACDF-2911-4E87-BF43-48A02898A2E6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0.349" v="185"/>
          <ac:spMkLst>
            <pc:docMk/>
            <pc:sldMk cId="1586462670" sldId="297"/>
            <ac:spMk id="32" creationId="{B3415E07-BCE1-4A54-8BDE-FD30DAA986D2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0.646" v="192"/>
          <ac:spMkLst>
            <pc:docMk/>
            <pc:sldMk cId="1586462670" sldId="297"/>
            <ac:spMk id="33" creationId="{A780F0CE-7B37-4E3A-BD70-0354CD5FDFAC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0.912" v="198"/>
          <ac:spMkLst>
            <pc:docMk/>
            <pc:sldMk cId="1586462670" sldId="297"/>
            <ac:spMk id="34" creationId="{8EAF0F87-A169-4802-983E-D2F32FCFA452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1.053" v="201"/>
          <ac:spMkLst>
            <pc:docMk/>
            <pc:sldMk cId="1586462670" sldId="297"/>
            <ac:spMk id="35" creationId="{12972613-9845-4AF6-9D00-3F0A88FD4166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1.224" v="204"/>
          <ac:spMkLst>
            <pc:docMk/>
            <pc:sldMk cId="1586462670" sldId="297"/>
            <ac:spMk id="36" creationId="{C9B3670C-FC50-4017-A458-5B003EA322D3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1.506" v="209"/>
          <ac:spMkLst>
            <pc:docMk/>
            <pc:sldMk cId="1586462670" sldId="297"/>
            <ac:spMk id="37" creationId="{0A222C13-CAEC-455F-9322-AF407901CBC0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1.850" v="215"/>
          <ac:spMkLst>
            <pc:docMk/>
            <pc:sldMk cId="1586462670" sldId="297"/>
            <ac:spMk id="38" creationId="{2ADAF66E-4ACF-4EB7-A6DF-033E724ADE81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2.209" v="222"/>
          <ac:spMkLst>
            <pc:docMk/>
            <pc:sldMk cId="1586462670" sldId="297"/>
            <ac:spMk id="39" creationId="{54703B88-A2E5-4EBA-A7B6-63D06C99FC41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2.553" v="228"/>
          <ac:spMkLst>
            <pc:docMk/>
            <pc:sldMk cId="1586462670" sldId="297"/>
            <ac:spMk id="40" creationId="{5FC91372-5111-4194-8812-C0A5EDE83047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2.740" v="231"/>
          <ac:spMkLst>
            <pc:docMk/>
            <pc:sldMk cId="1586462670" sldId="297"/>
            <ac:spMk id="41" creationId="{032D62E4-E655-41FB-BF06-0BEBA8761226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2.943" v="234"/>
          <ac:spMkLst>
            <pc:docMk/>
            <pc:sldMk cId="1586462670" sldId="297"/>
            <ac:spMk id="42" creationId="{1BF013F4-9989-4EF5-B7EE-EABDEA77872E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3.287" v="239"/>
          <ac:spMkLst>
            <pc:docMk/>
            <pc:sldMk cId="1586462670" sldId="297"/>
            <ac:spMk id="43" creationId="{1F8A3973-2778-458C-9199-8A77B01D466D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3.740" v="245"/>
          <ac:spMkLst>
            <pc:docMk/>
            <pc:sldMk cId="1586462670" sldId="297"/>
            <ac:spMk id="44" creationId="{E496E621-2BF9-472B-AD13-FF96638B3F11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4.225" v="252"/>
          <ac:spMkLst>
            <pc:docMk/>
            <pc:sldMk cId="1586462670" sldId="297"/>
            <ac:spMk id="45" creationId="{B90D384E-C79E-4A5C-A4A6-F0BCF5C537F5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4.631" v="258"/>
          <ac:spMkLst>
            <pc:docMk/>
            <pc:sldMk cId="1586462670" sldId="297"/>
            <ac:spMk id="46" creationId="{C959A6EF-8218-49E3-B936-5EBC0D62842A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5.038" v="262"/>
          <ac:spMkLst>
            <pc:docMk/>
            <pc:sldMk cId="1586462670" sldId="297"/>
            <ac:spMk id="47" creationId="{53E65D0C-5509-4DF8-BAA2-F3E9E30AD70C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5.288" v="265"/>
          <ac:spMkLst>
            <pc:docMk/>
            <pc:sldMk cId="1586462670" sldId="297"/>
            <ac:spMk id="48" creationId="{4F611F29-7710-4FAA-B5E3-CF278924CE51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5.834" v="271"/>
          <ac:spMkLst>
            <pc:docMk/>
            <pc:sldMk cId="1586462670" sldId="297"/>
            <ac:spMk id="49" creationId="{917DE161-4F56-4617-BB86-26E8EB3D30A1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6.335" v="277"/>
          <ac:spMkLst>
            <pc:docMk/>
            <pc:sldMk cId="1586462670" sldId="297"/>
            <ac:spMk id="50" creationId="{41529D44-8053-402D-9F9F-2DB804BDA42E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2:06:36.850" v="283"/>
          <ac:spMkLst>
            <pc:docMk/>
            <pc:sldMk cId="1586462670" sldId="297"/>
            <ac:spMk id="51" creationId="{AAC721CB-F79D-4BAF-AD85-4C917431B0CF}"/>
          </ac:spMkLst>
        </pc:spChg>
        <pc:picChg chg="del">
          <ac:chgData name="Patricio Andres Acevedo Flores" userId="S::psacevedo@uc.cl::4af84578-96bf-42a7-b185-661078b9ac53" providerId="AD" clId="Web-{5DEC65B8-7EFF-C80B-77AE-A1B99A58BB18}" dt="2026-05-06T02:06:03.970" v="129"/>
          <ac:picMkLst>
            <pc:docMk/>
            <pc:sldMk cId="1586462670" sldId="297"/>
            <ac:picMk id="5" creationId="{00000000-0000-0000-0000-000000000000}"/>
          </ac:picMkLst>
        </pc:picChg>
        <pc:picChg chg="del">
          <ac:chgData name="Patricio Andres Acevedo Flores" userId="S::psacevedo@uc.cl::4af84578-96bf-42a7-b185-661078b9ac53" providerId="AD" clId="Web-{5DEC65B8-7EFF-C80B-77AE-A1B99A58BB18}" dt="2026-05-06T02:06:03.970" v="127"/>
          <ac:picMkLst>
            <pc:docMk/>
            <pc:sldMk cId="1586462670" sldId="297"/>
            <ac:picMk id="7" creationId="{00000000-0000-0000-0000-000000000000}"/>
          </ac:picMkLst>
        </pc:picChg>
        <pc:picChg chg="del">
          <ac:chgData name="Patricio Andres Acevedo Flores" userId="S::psacevedo@uc.cl::4af84578-96bf-42a7-b185-661078b9ac53" providerId="AD" clId="Web-{5DEC65B8-7EFF-C80B-77AE-A1B99A58BB18}" dt="2026-05-06T02:06:03.970" v="125"/>
          <ac:picMkLst>
            <pc:docMk/>
            <pc:sldMk cId="1586462670" sldId="297"/>
            <ac:picMk id="9" creationId="{00000000-0000-0000-0000-000000000000}"/>
          </ac:picMkLst>
        </pc:picChg>
        <pc:picChg chg="del">
          <ac:chgData name="Patricio Andres Acevedo Flores" userId="S::psacevedo@uc.cl::4af84578-96bf-42a7-b185-661078b9ac53" providerId="AD" clId="Web-{5DEC65B8-7EFF-C80B-77AE-A1B99A58BB18}" dt="2026-05-06T02:06:03.970" v="123"/>
          <ac:picMkLst>
            <pc:docMk/>
            <pc:sldMk cId="1586462670" sldId="297"/>
            <ac:picMk id="11" creationId="{00000000-0000-0000-0000-000000000000}"/>
          </ac:picMkLst>
        </pc:picChg>
        <pc:picChg chg="del">
          <ac:chgData name="Patricio Andres Acevedo Flores" userId="S::psacevedo@uc.cl::4af84578-96bf-42a7-b185-661078b9ac53" providerId="AD" clId="Web-{5DEC65B8-7EFF-C80B-77AE-A1B99A58BB18}" dt="2026-05-06T02:06:03.970" v="120"/>
          <ac:picMkLst>
            <pc:docMk/>
            <pc:sldMk cId="1586462670" sldId="297"/>
            <ac:picMk id="14" creationId="{00000000-0000-0000-0000-000000000000}"/>
          </ac:picMkLst>
        </pc:picChg>
        <pc:picChg chg="del">
          <ac:chgData name="Patricio Andres Acevedo Flores" userId="S::psacevedo@uc.cl::4af84578-96bf-42a7-b185-661078b9ac53" providerId="AD" clId="Web-{5DEC65B8-7EFF-C80B-77AE-A1B99A58BB18}" dt="2026-05-06T02:06:03.970" v="118"/>
          <ac:picMkLst>
            <pc:docMk/>
            <pc:sldMk cId="1586462670" sldId="297"/>
            <ac:picMk id="16" creationId="{00000000-0000-0000-0000-000000000000}"/>
          </ac:picMkLst>
        </pc:picChg>
        <pc:picChg chg="del">
          <ac:chgData name="Patricio Andres Acevedo Flores" userId="S::psacevedo@uc.cl::4af84578-96bf-42a7-b185-661078b9ac53" providerId="AD" clId="Web-{5DEC65B8-7EFF-C80B-77AE-A1B99A58BB18}" dt="2026-05-06T02:06:03.955" v="115"/>
          <ac:picMkLst>
            <pc:docMk/>
            <pc:sldMk cId="1586462670" sldId="297"/>
            <ac:picMk id="19" creationId="{00000000-0000-0000-0000-000000000000}"/>
          </ac:picMkLst>
        </pc:picChg>
      </pc:sldChg>
      <pc:sldChg chg="modSp add del">
        <pc:chgData name="Patricio Andres Acevedo Flores" userId="S::psacevedo@uc.cl::4af84578-96bf-42a7-b185-661078b9ac53" providerId="AD" clId="Web-{5DEC65B8-7EFF-C80B-77AE-A1B99A58BB18}" dt="2026-05-06T02:11:32.956" v="304"/>
        <pc:sldMkLst>
          <pc:docMk/>
          <pc:sldMk cId="1631072282" sldId="298"/>
        </pc:sldMkLst>
        <pc:spChg chg="mod">
          <ac:chgData name="Patricio Andres Acevedo Flores" userId="S::psacevedo@uc.cl::4af84578-96bf-42a7-b185-661078b9ac53" providerId="AD" clId="Web-{5DEC65B8-7EFF-C80B-77AE-A1B99A58BB18}" dt="2026-05-06T02:10:05.669" v="301" actId="14100"/>
          <ac:spMkLst>
            <pc:docMk/>
            <pc:sldMk cId="1631072282" sldId="298"/>
            <ac:spMk id="47" creationId="{53E65D0C-5509-4DF8-BAA2-F3E9E30AD70C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2:10:18.170" v="302" actId="1076"/>
          <ac:spMkLst>
            <pc:docMk/>
            <pc:sldMk cId="1631072282" sldId="298"/>
            <ac:spMk id="51" creationId="{AAC721CB-F79D-4BAF-AD85-4C917431B0CF}"/>
          </ac:spMkLst>
        </pc:spChg>
      </pc:sldChg>
      <pc:sldChg chg="delSp modSp add">
        <pc:chgData name="Patricio Andres Acevedo Flores" userId="S::psacevedo@uc.cl::4af84578-96bf-42a7-b185-661078b9ac53" providerId="AD" clId="Web-{5DEC65B8-7EFF-C80B-77AE-A1B99A58BB18}" dt="2026-05-06T03:53:27.478" v="906" actId="14100"/>
        <pc:sldMkLst>
          <pc:docMk/>
          <pc:sldMk cId="1830765870" sldId="299"/>
        </pc:sldMkLst>
        <pc:spChg chg="del mod">
          <ac:chgData name="Patricio Andres Acevedo Flores" userId="S::psacevedo@uc.cl::4af84578-96bf-42a7-b185-661078b9ac53" providerId="AD" clId="Web-{5DEC65B8-7EFF-C80B-77AE-A1B99A58BB18}" dt="2026-05-06T03:51:22.907" v="873"/>
          <ac:spMkLst>
            <pc:docMk/>
            <pc:sldMk cId="1830765870" sldId="299"/>
            <ac:spMk id="21" creationId="{00000000-0000-0000-0000-000000000000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3:53:27.478" v="906" actId="14100"/>
          <ac:spMkLst>
            <pc:docMk/>
            <pc:sldMk cId="1830765870" sldId="299"/>
            <ac:spMk id="23" creationId="{EB7A9EE1-FD6D-4742-A902-501CAF855D2B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3:53:17.400" v="903" actId="14100"/>
          <ac:spMkLst>
            <pc:docMk/>
            <pc:sldMk cId="1830765870" sldId="299"/>
            <ac:spMk id="29" creationId="{3BF2EADD-2362-47E3-BFED-8414D5F8C04C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3:53:19.993" v="904" actId="14100"/>
          <ac:spMkLst>
            <pc:docMk/>
            <pc:sldMk cId="1830765870" sldId="299"/>
            <ac:spMk id="35" creationId="{12972613-9845-4AF6-9D00-3F0A88FD4166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3:53:22.743" v="905" actId="14100"/>
          <ac:spMkLst>
            <pc:docMk/>
            <pc:sldMk cId="1830765870" sldId="299"/>
            <ac:spMk id="41" creationId="{032D62E4-E655-41FB-BF06-0BEBA8761226}"/>
          </ac:spMkLst>
        </pc:spChg>
        <pc:spChg chg="del mod">
          <ac:chgData name="Patricio Andres Acevedo Flores" userId="S::psacevedo@uc.cl::4af84578-96bf-42a7-b185-661078b9ac53" providerId="AD" clId="Web-{5DEC65B8-7EFF-C80B-77AE-A1B99A58BB18}" dt="2026-05-06T03:51:22.907" v="872"/>
          <ac:spMkLst>
            <pc:docMk/>
            <pc:sldMk cId="1830765870" sldId="299"/>
            <ac:spMk id="47" creationId="{53E65D0C-5509-4DF8-BAA2-F3E9E30AD70C}"/>
          </ac:spMkLst>
        </pc:spChg>
        <pc:spChg chg="del mod">
          <ac:chgData name="Patricio Andres Acevedo Flores" userId="S::psacevedo@uc.cl::4af84578-96bf-42a7-b185-661078b9ac53" providerId="AD" clId="Web-{5DEC65B8-7EFF-C80B-77AE-A1B99A58BB18}" dt="2026-05-06T03:51:22.907" v="871"/>
          <ac:spMkLst>
            <pc:docMk/>
            <pc:sldMk cId="1830765870" sldId="299"/>
            <ac:spMk id="48" creationId="{4F611F29-7710-4FAA-B5E3-CF278924CE51}"/>
          </ac:spMkLst>
        </pc:spChg>
        <pc:spChg chg="del mod">
          <ac:chgData name="Patricio Andres Acevedo Flores" userId="S::psacevedo@uc.cl::4af84578-96bf-42a7-b185-661078b9ac53" providerId="AD" clId="Web-{5DEC65B8-7EFF-C80B-77AE-A1B99A58BB18}" dt="2026-05-06T03:51:22.907" v="870"/>
          <ac:spMkLst>
            <pc:docMk/>
            <pc:sldMk cId="1830765870" sldId="299"/>
            <ac:spMk id="49" creationId="{917DE161-4F56-4617-BB86-26E8EB3D30A1}"/>
          </ac:spMkLst>
        </pc:spChg>
        <pc:spChg chg="del mod">
          <ac:chgData name="Patricio Andres Acevedo Flores" userId="S::psacevedo@uc.cl::4af84578-96bf-42a7-b185-661078b9ac53" providerId="AD" clId="Web-{5DEC65B8-7EFF-C80B-77AE-A1B99A58BB18}" dt="2026-05-06T03:51:22.907" v="869"/>
          <ac:spMkLst>
            <pc:docMk/>
            <pc:sldMk cId="1830765870" sldId="299"/>
            <ac:spMk id="50" creationId="{41529D44-8053-402D-9F9F-2DB804BDA42E}"/>
          </ac:spMkLst>
        </pc:spChg>
        <pc:spChg chg="del mod">
          <ac:chgData name="Patricio Andres Acevedo Flores" userId="S::psacevedo@uc.cl::4af84578-96bf-42a7-b185-661078b9ac53" providerId="AD" clId="Web-{5DEC65B8-7EFF-C80B-77AE-A1B99A58BB18}" dt="2026-05-06T03:51:22.907" v="868"/>
          <ac:spMkLst>
            <pc:docMk/>
            <pc:sldMk cId="1830765870" sldId="299"/>
            <ac:spMk id="51" creationId="{AAC721CB-F79D-4BAF-AD85-4C917431B0CF}"/>
          </ac:spMkLst>
        </pc:spChg>
        <pc:spChg chg="del mod">
          <ac:chgData name="Patricio Andres Acevedo Flores" userId="S::psacevedo@uc.cl::4af84578-96bf-42a7-b185-661078b9ac53" providerId="AD" clId="Web-{5DEC65B8-7EFF-C80B-77AE-A1B99A58BB18}" dt="2026-05-06T03:51:22.907" v="867"/>
          <ac:spMkLst>
            <pc:docMk/>
            <pc:sldMk cId="1830765870" sldId="299"/>
            <ac:spMk id="60" creationId="{00000000-0000-0000-0000-000000000000}"/>
          </ac:spMkLst>
        </pc:spChg>
      </pc:sldChg>
      <pc:sldChg chg="add del ord">
        <pc:chgData name="Patricio Andres Acevedo Flores" userId="S::psacevedo@uc.cl::4af84578-96bf-42a7-b185-661078b9ac53" providerId="AD" clId="Web-{5DEC65B8-7EFF-C80B-77AE-A1B99A58BB18}" dt="2026-05-06T02:16:46.328" v="317"/>
        <pc:sldMkLst>
          <pc:docMk/>
          <pc:sldMk cId="1909988464" sldId="300"/>
        </pc:sldMkLst>
      </pc:sldChg>
      <pc:sldChg chg="add del ord">
        <pc:chgData name="Patricio Andres Acevedo Flores" userId="S::psacevedo@uc.cl::4af84578-96bf-42a7-b185-661078b9ac53" providerId="AD" clId="Web-{5DEC65B8-7EFF-C80B-77AE-A1B99A58BB18}" dt="2026-05-06T02:15:30.060" v="315"/>
        <pc:sldMkLst>
          <pc:docMk/>
          <pc:sldMk cId="3406250809" sldId="301"/>
        </pc:sldMkLst>
      </pc:sldChg>
      <pc:sldChg chg="add">
        <pc:chgData name="Patricio Andres Acevedo Flores" userId="S::psacevedo@uc.cl::4af84578-96bf-42a7-b185-661078b9ac53" providerId="AD" clId="Web-{5DEC65B8-7EFF-C80B-77AE-A1B99A58BB18}" dt="2026-05-06T02:15:30.060" v="314"/>
        <pc:sldMkLst>
          <pc:docMk/>
          <pc:sldMk cId="88797672" sldId="302"/>
        </pc:sldMkLst>
      </pc:sldChg>
      <pc:sldChg chg="delSp modSp add">
        <pc:chgData name="Patricio Andres Acevedo Flores" userId="S::psacevedo@uc.cl::4af84578-96bf-42a7-b185-661078b9ac53" providerId="AD" clId="Web-{5DEC65B8-7EFF-C80B-77AE-A1B99A58BB18}" dt="2026-05-06T02:28:07.198" v="373" actId="14100"/>
        <pc:sldMkLst>
          <pc:docMk/>
          <pc:sldMk cId="1127729573" sldId="303"/>
        </pc:sldMkLst>
        <pc:spChg chg="del">
          <ac:chgData name="Patricio Andres Acevedo Flores" userId="S::psacevedo@uc.cl::4af84578-96bf-42a7-b185-661078b9ac53" providerId="AD" clId="Web-{5DEC65B8-7EFF-C80B-77AE-A1B99A58BB18}" dt="2026-05-06T02:25:28.967" v="325"/>
          <ac:spMkLst>
            <pc:docMk/>
            <pc:sldMk cId="1127729573" sldId="303"/>
            <ac:spMk id="4" creationId="{00000000-0000-0000-0000-00000000000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25:28.967" v="324"/>
          <ac:spMkLst>
            <pc:docMk/>
            <pc:sldMk cId="1127729573" sldId="303"/>
            <ac:spMk id="5" creationId="{00000000-0000-0000-0000-00000000000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25:28.967" v="323"/>
          <ac:spMkLst>
            <pc:docMk/>
            <pc:sldMk cId="1127729573" sldId="303"/>
            <ac:spMk id="6" creationId="{00000000-0000-0000-0000-000000000000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2:25:35.968" v="326" actId="14100"/>
          <ac:spMkLst>
            <pc:docMk/>
            <pc:sldMk cId="1127729573" sldId="303"/>
            <ac:spMk id="7" creationId="{00000000-0000-0000-0000-000000000000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2:26:39.520" v="350" actId="1076"/>
          <ac:spMkLst>
            <pc:docMk/>
            <pc:sldMk cId="1127729573" sldId="303"/>
            <ac:spMk id="8" creationId="{00000000-0000-0000-0000-000000000000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2:28:07.198" v="373" actId="14100"/>
          <ac:spMkLst>
            <pc:docMk/>
            <pc:sldMk cId="1127729573" sldId="303"/>
            <ac:spMk id="9" creationId="{00000000-0000-0000-0000-000000000000}"/>
          </ac:spMkLst>
        </pc:spChg>
      </pc:sldChg>
      <pc:sldChg chg="delSp modSp add ord replId">
        <pc:chgData name="Patricio Andres Acevedo Flores" userId="S::psacevedo@uc.cl::4af84578-96bf-42a7-b185-661078b9ac53" providerId="AD" clId="Web-{5DEC65B8-7EFF-C80B-77AE-A1B99A58BB18}" dt="2026-05-06T02:28:18.574" v="374" actId="1076"/>
        <pc:sldMkLst>
          <pc:docMk/>
          <pc:sldMk cId="1816202358" sldId="304"/>
        </pc:sldMkLst>
        <pc:spChg chg="mod">
          <ac:chgData name="Patricio Andres Acevedo Flores" userId="S::psacevedo@uc.cl::4af84578-96bf-42a7-b185-661078b9ac53" providerId="AD" clId="Web-{5DEC65B8-7EFF-C80B-77AE-A1B99A58BB18}" dt="2026-05-06T02:26:47.192" v="351" actId="14100"/>
          <ac:spMkLst>
            <pc:docMk/>
            <pc:sldMk cId="1816202358" sldId="304"/>
            <ac:spMk id="4" creationId="{C6D7B52A-B80D-B42C-3175-B6772B71D1F7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2:27:32.274" v="369" actId="1076"/>
          <ac:spMkLst>
            <pc:docMk/>
            <pc:sldMk cId="1816202358" sldId="304"/>
            <ac:spMk id="5" creationId="{C06B9BD9-3246-0023-B258-20F69DA52F93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2:28:18.574" v="374" actId="1076"/>
          <ac:spMkLst>
            <pc:docMk/>
            <pc:sldMk cId="1816202358" sldId="304"/>
            <ac:spMk id="6" creationId="{10BF85DE-D087-E514-5070-B6FE6177E398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25:16.763" v="321"/>
          <ac:spMkLst>
            <pc:docMk/>
            <pc:sldMk cId="1816202358" sldId="304"/>
            <ac:spMk id="7" creationId="{863F910F-681C-78D4-7705-DB75BE9CC3D6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25:16.763" v="320"/>
          <ac:spMkLst>
            <pc:docMk/>
            <pc:sldMk cId="1816202358" sldId="304"/>
            <ac:spMk id="8" creationId="{A7DF3266-9A38-9DC4-3839-B64CD274821D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25:16.763" v="319"/>
          <ac:spMkLst>
            <pc:docMk/>
            <pc:sldMk cId="1816202358" sldId="304"/>
            <ac:spMk id="9" creationId="{844F8ECE-2D7D-EE1C-838E-D67B61B501FB}"/>
          </ac:spMkLst>
        </pc:spChg>
      </pc:sldChg>
      <pc:sldChg chg="add replId">
        <pc:chgData name="Patricio Andres Acevedo Flores" userId="S::psacevedo@uc.cl::4af84578-96bf-42a7-b185-661078b9ac53" providerId="AD" clId="Web-{5DEC65B8-7EFF-C80B-77AE-A1B99A58BB18}" dt="2026-05-06T02:40:15.741" v="375"/>
        <pc:sldMkLst>
          <pc:docMk/>
          <pc:sldMk cId="4264512927" sldId="305"/>
        </pc:sldMkLst>
      </pc:sldChg>
      <pc:sldChg chg="addSp delSp modSp add ord replId">
        <pc:chgData name="Patricio Andres Acevedo Flores" userId="S::psacevedo@uc.cl::4af84578-96bf-42a7-b185-661078b9ac53" providerId="AD" clId="Web-{5DEC65B8-7EFF-C80B-77AE-A1B99A58BB18}" dt="2026-05-06T03:34:26.292" v="638"/>
        <pc:sldMkLst>
          <pc:docMk/>
          <pc:sldMk cId="487813214" sldId="306"/>
        </pc:sldMkLst>
        <pc:spChg chg="del mod">
          <ac:chgData name="Patricio Andres Acevedo Flores" userId="S::psacevedo@uc.cl::4af84578-96bf-42a7-b185-661078b9ac53" providerId="AD" clId="Web-{5DEC65B8-7EFF-C80B-77AE-A1B99A58BB18}" dt="2026-05-06T02:46:39.776" v="415"/>
          <ac:spMkLst>
            <pc:docMk/>
            <pc:sldMk cId="487813214" sldId="306"/>
            <ac:spMk id="2" creationId="{00F8BEB8-F4A1-5A53-8DE1-7CF69F0F30B4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46:39.776" v="414"/>
          <ac:spMkLst>
            <pc:docMk/>
            <pc:sldMk cId="487813214" sldId="306"/>
            <ac:spMk id="3" creationId="{79015D85-651F-389D-0950-6E6D827173FB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2:46:39.776" v="413"/>
          <ac:spMkLst>
            <pc:docMk/>
            <pc:sldMk cId="487813214" sldId="306"/>
            <ac:spMk id="4" creationId="{65848654-F5B2-8162-8783-802329E13B81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2:52:34.304" v="444" actId="14100"/>
          <ac:spMkLst>
            <pc:docMk/>
            <pc:sldMk cId="487813214" sldId="306"/>
            <ac:spMk id="5" creationId="{5DC62269-B92D-9897-71CA-0272C8215FDF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2:52:41.695" v="445" actId="1076"/>
          <ac:spMkLst>
            <pc:docMk/>
            <pc:sldMk cId="487813214" sldId="306"/>
            <ac:spMk id="8" creationId="{BA151362-1238-181D-35A9-A6276C921D39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2:53:52.806" v="457" actId="14100"/>
          <ac:spMkLst>
            <pc:docMk/>
            <pc:sldMk cId="487813214" sldId="306"/>
            <ac:spMk id="9" creationId="{4ABF3273-05DB-53DF-C923-A6576BF099A1}"/>
          </ac:spMkLst>
        </pc:spChg>
        <pc:graphicFrameChg chg="del">
          <ac:chgData name="Patricio Andres Acevedo Flores" userId="S::psacevedo@uc.cl::4af84578-96bf-42a7-b185-661078b9ac53" providerId="AD" clId="Web-{5DEC65B8-7EFF-C80B-77AE-A1B99A58BB18}" dt="2026-05-06T02:46:39.776" v="412"/>
          <ac:graphicFrameMkLst>
            <pc:docMk/>
            <pc:sldMk cId="487813214" sldId="306"/>
            <ac:graphicFrameMk id="6" creationId="{7445B0F7-84DB-65D9-509D-EB7B1FFCCDF0}"/>
          </ac:graphicFrameMkLst>
        </pc:graphicFrameChg>
        <pc:picChg chg="add del mod">
          <ac:chgData name="Patricio Andres Acevedo Flores" userId="S::psacevedo@uc.cl::4af84578-96bf-42a7-b185-661078b9ac53" providerId="AD" clId="Web-{5DEC65B8-7EFF-C80B-77AE-A1B99A58BB18}" dt="2026-05-06T03:34:26.292" v="638"/>
          <ac:picMkLst>
            <pc:docMk/>
            <pc:sldMk cId="487813214" sldId="306"/>
            <ac:picMk id="2" creationId="{582FF452-48FC-A59D-6701-5C957D7819C0}"/>
          </ac:picMkLst>
        </pc:picChg>
        <pc:picChg chg="del">
          <ac:chgData name="Patricio Andres Acevedo Flores" userId="S::psacevedo@uc.cl::4af84578-96bf-42a7-b185-661078b9ac53" providerId="AD" clId="Web-{5DEC65B8-7EFF-C80B-77AE-A1B99A58BB18}" dt="2026-05-06T02:46:42.338" v="416"/>
          <ac:picMkLst>
            <pc:docMk/>
            <pc:sldMk cId="487813214" sldId="306"/>
            <ac:picMk id="7" creationId="{A01112AE-20E3-8494-2DB1-40DDF51AC46D}"/>
          </ac:picMkLst>
        </pc:picChg>
        <pc:picChg chg="add mod">
          <ac:chgData name="Patricio Andres Acevedo Flores" userId="S::psacevedo@uc.cl::4af84578-96bf-42a7-b185-661078b9ac53" providerId="AD" clId="Web-{5DEC65B8-7EFF-C80B-77AE-A1B99A58BB18}" dt="2026-05-06T02:47:01.105" v="424" actId="1076"/>
          <ac:picMkLst>
            <pc:docMk/>
            <pc:sldMk cId="487813214" sldId="306"/>
            <ac:picMk id="11" creationId="{220EFA72-F839-22ED-52B4-0C1C0601F23E}"/>
          </ac:picMkLst>
        </pc:picChg>
      </pc:sldChg>
      <pc:sldChg chg="modSp add del replId">
        <pc:chgData name="Patricio Andres Acevedo Flores" userId="S::psacevedo@uc.cl::4af84578-96bf-42a7-b185-661078b9ac53" providerId="AD" clId="Web-{5DEC65B8-7EFF-C80B-77AE-A1B99A58BB18}" dt="2026-05-06T02:43:01.089" v="406"/>
        <pc:sldMkLst>
          <pc:docMk/>
          <pc:sldMk cId="3706886525" sldId="306"/>
        </pc:sldMkLst>
        <pc:spChg chg="mod">
          <ac:chgData name="Patricio Andres Acevedo Flores" userId="S::psacevedo@uc.cl::4af84578-96bf-42a7-b185-661078b9ac53" providerId="AD" clId="Web-{5DEC65B8-7EFF-C80B-77AE-A1B99A58BB18}" dt="2026-05-06T02:42:04.068" v="402" actId="14100"/>
          <ac:spMkLst>
            <pc:docMk/>
            <pc:sldMk cId="3706886525" sldId="306"/>
            <ac:spMk id="2" creationId="{6C6DB2DF-A8FF-9498-6895-EE24CA0D9A65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2:42:13.287" v="403" actId="20577"/>
          <ac:spMkLst>
            <pc:docMk/>
            <pc:sldMk cId="3706886525" sldId="306"/>
            <ac:spMk id="4" creationId="{2DE92D04-7C5F-A3D3-B59A-522975C93D4B}"/>
          </ac:spMkLst>
        </pc:spChg>
        <pc:spChg chg="mod">
          <ac:chgData name="Patricio Andres Acevedo Flores" userId="S::psacevedo@uc.cl::4af84578-96bf-42a7-b185-661078b9ac53" providerId="AD" clId="Web-{5DEC65B8-7EFF-C80B-77AE-A1B99A58BB18}" dt="2026-05-06T02:42:55.182" v="405" actId="20577"/>
          <ac:spMkLst>
            <pc:docMk/>
            <pc:sldMk cId="3706886525" sldId="306"/>
            <ac:spMk id="9" creationId="{9A660320-D655-8AAF-C542-15E8DCCB9108}"/>
          </ac:spMkLst>
        </pc:spChg>
      </pc:sldChg>
      <pc:sldChg chg="addSp delSp modSp add replId modNotes">
        <pc:chgData name="Patricio Andres Acevedo Flores" userId="S::psacevedo@uc.cl::4af84578-96bf-42a7-b185-661078b9ac53" providerId="AD" clId="Web-{5DEC65B8-7EFF-C80B-77AE-A1B99A58BB18}" dt="2026-05-06T03:34:05.900" v="632" actId="14100"/>
        <pc:sldMkLst>
          <pc:docMk/>
          <pc:sldMk cId="1003245435" sldId="307"/>
        </pc:sldMkLst>
        <pc:spChg chg="mod">
          <ac:chgData name="Patricio Andres Acevedo Flores" userId="S::psacevedo@uc.cl::4af84578-96bf-42a7-b185-661078b9ac53" providerId="AD" clId="Web-{5DEC65B8-7EFF-C80B-77AE-A1B99A58BB18}" dt="2026-05-06T03:25:41.385" v="569" actId="20577"/>
          <ac:spMkLst>
            <pc:docMk/>
            <pc:sldMk cId="1003245435" sldId="307"/>
            <ac:spMk id="2" creationId="{A6891952-EDCC-F483-24BF-7563DF671437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35"/>
          <ac:spMkLst>
            <pc:docMk/>
            <pc:sldMk cId="1003245435" sldId="307"/>
            <ac:spMk id="4" creationId="{D1029698-F386-4877-1675-5F0BC2E0844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34"/>
          <ac:spMkLst>
            <pc:docMk/>
            <pc:sldMk cId="1003245435" sldId="307"/>
            <ac:spMk id="5" creationId="{F07D38B4-9C64-99C1-203C-FA73EE803F34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33"/>
          <ac:spMkLst>
            <pc:docMk/>
            <pc:sldMk cId="1003245435" sldId="307"/>
            <ac:spMk id="6" creationId="{34A4CE8F-28E7-83B6-E87D-54F671A7F2F3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31"/>
          <ac:spMkLst>
            <pc:docMk/>
            <pc:sldMk cId="1003245435" sldId="307"/>
            <ac:spMk id="8" creationId="{D60849E2-A42C-BA6F-DF04-A9B94799EFFE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30"/>
          <ac:spMkLst>
            <pc:docMk/>
            <pc:sldMk cId="1003245435" sldId="307"/>
            <ac:spMk id="9" creationId="{53CE570B-A58B-131A-FDD8-FFC2A7FD9452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29"/>
          <ac:spMkLst>
            <pc:docMk/>
            <pc:sldMk cId="1003245435" sldId="307"/>
            <ac:spMk id="10" creationId="{51A6FFA9-D287-45B0-2FE3-6E384E5FAC83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27"/>
          <ac:spMkLst>
            <pc:docMk/>
            <pc:sldMk cId="1003245435" sldId="307"/>
            <ac:spMk id="12" creationId="{D747F510-5B0B-6BEF-1B41-13D2F1924EC6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26"/>
          <ac:spMkLst>
            <pc:docMk/>
            <pc:sldMk cId="1003245435" sldId="307"/>
            <ac:spMk id="13" creationId="{8107119A-910F-2A31-3A04-0BB78FFE4663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25"/>
          <ac:spMkLst>
            <pc:docMk/>
            <pc:sldMk cId="1003245435" sldId="307"/>
            <ac:spMk id="14" creationId="{0B048C97-3F0D-1CD6-13F2-5D2AA634A6B3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23"/>
          <ac:spMkLst>
            <pc:docMk/>
            <pc:sldMk cId="1003245435" sldId="307"/>
            <ac:spMk id="16" creationId="{9F61A252-F0BD-69D4-FBB4-84E55D24AEE5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22"/>
          <ac:spMkLst>
            <pc:docMk/>
            <pc:sldMk cId="1003245435" sldId="307"/>
            <ac:spMk id="17" creationId="{BD6DB774-3039-7013-4828-4D8F2E77A9A4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21"/>
          <ac:spMkLst>
            <pc:docMk/>
            <pc:sldMk cId="1003245435" sldId="307"/>
            <ac:spMk id="18" creationId="{0AF1102A-A8B3-F45F-8D93-A088B30394F9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20"/>
          <ac:spMkLst>
            <pc:docMk/>
            <pc:sldMk cId="1003245435" sldId="307"/>
            <ac:spMk id="19" creationId="{5149DD44-F882-068B-CF7B-DE561DC1D3A7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19"/>
          <ac:spMkLst>
            <pc:docMk/>
            <pc:sldMk cId="1003245435" sldId="307"/>
            <ac:spMk id="20" creationId="{7E017946-B702-FDC6-7AD4-C7726AE3488A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18"/>
          <ac:spMkLst>
            <pc:docMk/>
            <pc:sldMk cId="1003245435" sldId="307"/>
            <ac:spMk id="21" creationId="{12DBDA51-E5D4-366C-89CA-F634D8206C12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17"/>
          <ac:spMkLst>
            <pc:docMk/>
            <pc:sldMk cId="1003245435" sldId="307"/>
            <ac:spMk id="22" creationId="{743CF0E7-F025-7878-C6FA-64551610EFEA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16"/>
          <ac:spMkLst>
            <pc:docMk/>
            <pc:sldMk cId="1003245435" sldId="307"/>
            <ac:spMk id="23" creationId="{9E01071E-D348-8D31-549E-5955C48E6FEE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18:27.444" v="515"/>
          <ac:spMkLst>
            <pc:docMk/>
            <pc:sldMk cId="1003245435" sldId="307"/>
            <ac:spMk id="24" creationId="{80ECAC95-E643-69B3-3CC9-DC91E0D20479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3:34:05.900" v="632" actId="14100"/>
          <ac:spMkLst>
            <pc:docMk/>
            <pc:sldMk cId="1003245435" sldId="307"/>
            <ac:spMk id="27" creationId="{D2B5994A-8A01-9B5B-89F8-D7ADC9EA63D3}"/>
          </ac:spMkLst>
        </pc:spChg>
        <pc:spChg chg="add del mod">
          <ac:chgData name="Patricio Andres Acevedo Flores" userId="S::psacevedo@uc.cl::4af84578-96bf-42a7-b185-661078b9ac53" providerId="AD" clId="Web-{5DEC65B8-7EFF-C80B-77AE-A1B99A58BB18}" dt="2026-05-06T03:26:01.682" v="574"/>
          <ac:spMkLst>
            <pc:docMk/>
            <pc:sldMk cId="1003245435" sldId="307"/>
            <ac:spMk id="29" creationId="{AD9332AA-CB21-6862-12F0-FF6FCA7C998E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3:33:56.977" v="630" actId="1076"/>
          <ac:spMkLst>
            <pc:docMk/>
            <pc:sldMk cId="1003245435" sldId="307"/>
            <ac:spMk id="30" creationId="{C4AA0232-9C89-7448-6FC4-9BBA36BA41CE}"/>
          </ac:spMkLst>
        </pc:spChg>
        <pc:picChg chg="del">
          <ac:chgData name="Patricio Andres Acevedo Flores" userId="S::psacevedo@uc.cl::4af84578-96bf-42a7-b185-661078b9ac53" providerId="AD" clId="Web-{5DEC65B8-7EFF-C80B-77AE-A1B99A58BB18}" dt="2026-05-06T03:18:27.444" v="532"/>
          <ac:picMkLst>
            <pc:docMk/>
            <pc:sldMk cId="1003245435" sldId="307"/>
            <ac:picMk id="7" creationId="{E792E25C-7212-A5BF-DCCE-619AF5210508}"/>
          </ac:picMkLst>
        </pc:picChg>
        <pc:picChg chg="del">
          <ac:chgData name="Patricio Andres Acevedo Flores" userId="S::psacevedo@uc.cl::4af84578-96bf-42a7-b185-661078b9ac53" providerId="AD" clId="Web-{5DEC65B8-7EFF-C80B-77AE-A1B99A58BB18}" dt="2026-05-06T03:18:27.444" v="528"/>
          <ac:picMkLst>
            <pc:docMk/>
            <pc:sldMk cId="1003245435" sldId="307"/>
            <ac:picMk id="11" creationId="{40F4566A-D7B2-DF00-F61A-A32A723B4880}"/>
          </ac:picMkLst>
        </pc:picChg>
        <pc:picChg chg="del">
          <ac:chgData name="Patricio Andres Acevedo Flores" userId="S::psacevedo@uc.cl::4af84578-96bf-42a7-b185-661078b9ac53" providerId="AD" clId="Web-{5DEC65B8-7EFF-C80B-77AE-A1B99A58BB18}" dt="2026-05-06T03:18:27.444" v="524"/>
          <ac:picMkLst>
            <pc:docMk/>
            <pc:sldMk cId="1003245435" sldId="307"/>
            <ac:picMk id="15" creationId="{17A4A020-1ECF-D0EB-6B00-255959C2223C}"/>
          </ac:picMkLst>
        </pc:picChg>
        <pc:picChg chg="del mod">
          <ac:chgData name="Patricio Andres Acevedo Flores" userId="S::psacevedo@uc.cl::4af84578-96bf-42a7-b185-661078b9ac53" providerId="AD" clId="Web-{5DEC65B8-7EFF-C80B-77AE-A1B99A58BB18}" dt="2026-05-06T03:33:52.914" v="629"/>
          <ac:picMkLst>
            <pc:docMk/>
            <pc:sldMk cId="1003245435" sldId="307"/>
            <ac:picMk id="26" creationId="{D3A93596-F916-015F-CB39-11F874D7BF0E}"/>
          </ac:picMkLst>
        </pc:picChg>
        <pc:picChg chg="add del mod">
          <ac:chgData name="Patricio Andres Acevedo Flores" userId="S::psacevedo@uc.cl::4af84578-96bf-42a7-b185-661078b9ac53" providerId="AD" clId="Web-{5DEC65B8-7EFF-C80B-77AE-A1B99A58BB18}" dt="2026-05-06T03:32:38.641" v="606"/>
          <ac:picMkLst>
            <pc:docMk/>
            <pc:sldMk cId="1003245435" sldId="307"/>
            <ac:picMk id="31" creationId="{6ADA09DC-AFD3-8F0B-736E-C86C4F776F3C}"/>
          </ac:picMkLst>
        </pc:picChg>
      </pc:sldChg>
      <pc:sldChg chg="new del">
        <pc:chgData name="Patricio Andres Acevedo Flores" userId="S::psacevedo@uc.cl::4af84578-96bf-42a7-b185-661078b9ac53" providerId="AD" clId="Web-{5DEC65B8-7EFF-C80B-77AE-A1B99A58BB18}" dt="2026-05-06T03:49:16.579" v="831"/>
        <pc:sldMkLst>
          <pc:docMk/>
          <pc:sldMk cId="110474487" sldId="308"/>
        </pc:sldMkLst>
      </pc:sldChg>
      <pc:sldChg chg="addSp delSp modSp add replId">
        <pc:chgData name="Patricio Andres Acevedo Flores" userId="S::psacevedo@uc.cl::4af84578-96bf-42a7-b185-661078b9ac53" providerId="AD" clId="Web-{5DEC65B8-7EFF-C80B-77AE-A1B99A58BB18}" dt="2026-05-06T03:52:32.164" v="900" actId="1076"/>
        <pc:sldMkLst>
          <pc:docMk/>
          <pc:sldMk cId="2102288670" sldId="309"/>
        </pc:sldMkLst>
        <pc:spChg chg="add mod">
          <ac:chgData name="Patricio Andres Acevedo Flores" userId="S::psacevedo@uc.cl::4af84578-96bf-42a7-b185-661078b9ac53" providerId="AD" clId="Web-{5DEC65B8-7EFF-C80B-77AE-A1B99A58BB18}" dt="2026-05-06T03:51:47.552" v="884" actId="14100"/>
          <ac:spMkLst>
            <pc:docMk/>
            <pc:sldMk cId="2102288670" sldId="309"/>
            <ac:spMk id="5" creationId="{9818A339-6416-3093-2FCD-BE6D2A53FFCE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3:51:52.224" v="891" actId="1076"/>
          <ac:spMkLst>
            <pc:docMk/>
            <pc:sldMk cId="2102288670" sldId="309"/>
            <ac:spMk id="7" creationId="{53E65D0C-5509-4DF8-BAA2-F3E9E30AD70C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3:51:47.583" v="886" actId="14100"/>
          <ac:spMkLst>
            <pc:docMk/>
            <pc:sldMk cId="2102288670" sldId="309"/>
            <ac:spMk id="8" creationId="{4F611F29-7710-4FAA-B5E3-CF278924CE51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3:52:13.257" v="896" actId="1076"/>
          <ac:spMkLst>
            <pc:docMk/>
            <pc:sldMk cId="2102288670" sldId="309"/>
            <ac:spMk id="9" creationId="{917DE161-4F56-4617-BB86-26E8EB3D30A1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3:52:05.960" v="895" actId="1076"/>
          <ac:spMkLst>
            <pc:docMk/>
            <pc:sldMk cId="2102288670" sldId="309"/>
            <ac:spMk id="10" creationId="{41529D44-8053-402D-9F9F-2DB804BDA42E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3:52:28.664" v="899" actId="1076"/>
          <ac:spMkLst>
            <pc:docMk/>
            <pc:sldMk cId="2102288670" sldId="309"/>
            <ac:spMk id="11" creationId="{AAC721CB-F79D-4BAF-AD85-4C917431B0CF}"/>
          </ac:spMkLst>
        </pc:spChg>
        <pc:spChg chg="add mod">
          <ac:chgData name="Patricio Andres Acevedo Flores" userId="S::psacevedo@uc.cl::4af84578-96bf-42a7-b185-661078b9ac53" providerId="AD" clId="Web-{5DEC65B8-7EFF-C80B-77AE-A1B99A58BB18}" dt="2026-05-06T03:52:18.211" v="898" actId="20577"/>
          <ac:spMkLst>
            <pc:docMk/>
            <pc:sldMk cId="2102288670" sldId="309"/>
            <ac:spMk id="12" creationId="{6FC36C12-949A-F4C7-331C-1612BD88E3E8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5.581" v="862"/>
          <ac:spMkLst>
            <pc:docMk/>
            <pc:sldMk cId="2102288670" sldId="309"/>
            <ac:spMk id="21" creationId="{9CBF5729-AB40-4B36-6555-F68BC4260CEE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0.799" v="832"/>
          <ac:spMkLst>
            <pc:docMk/>
            <pc:sldMk cId="2102288670" sldId="309"/>
            <ac:spMk id="23" creationId="{85C1B0CD-5185-81FC-71D6-6BBE45761E02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55"/>
          <ac:spMkLst>
            <pc:docMk/>
            <pc:sldMk cId="2102288670" sldId="309"/>
            <ac:spMk id="24" creationId="{CDC446C6-A913-5489-4242-815D49843E55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54"/>
          <ac:spMkLst>
            <pc:docMk/>
            <pc:sldMk cId="2102288670" sldId="309"/>
            <ac:spMk id="25" creationId="{DF51CC59-5111-1816-A2B4-D1ABCCBEC5B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53"/>
          <ac:spMkLst>
            <pc:docMk/>
            <pc:sldMk cId="2102288670" sldId="309"/>
            <ac:spMk id="26" creationId="{04EF7678-59A8-CE90-E8A7-C0F8A3D933FF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52"/>
          <ac:spMkLst>
            <pc:docMk/>
            <pc:sldMk cId="2102288670" sldId="309"/>
            <ac:spMk id="27" creationId="{AD47FE74-1370-B30E-6F94-55EBC4524794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51"/>
          <ac:spMkLst>
            <pc:docMk/>
            <pc:sldMk cId="2102288670" sldId="309"/>
            <ac:spMk id="28" creationId="{203CAA99-AA27-8605-360E-E9EBFBDC83BB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0.877" v="833"/>
          <ac:spMkLst>
            <pc:docMk/>
            <pc:sldMk cId="2102288670" sldId="309"/>
            <ac:spMk id="29" creationId="{F230E03D-2314-6B5C-D33F-AB2C7B13E2E5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50"/>
          <ac:spMkLst>
            <pc:docMk/>
            <pc:sldMk cId="2102288670" sldId="309"/>
            <ac:spMk id="30" creationId="{9372C462-DD39-691E-1804-7896FD5AF22E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49"/>
          <ac:spMkLst>
            <pc:docMk/>
            <pc:sldMk cId="2102288670" sldId="309"/>
            <ac:spMk id="31" creationId="{C8AEC4BE-4DE7-F9D0-AB54-4AF72DF85F15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48"/>
          <ac:spMkLst>
            <pc:docMk/>
            <pc:sldMk cId="2102288670" sldId="309"/>
            <ac:spMk id="32" creationId="{29FC77BB-A87F-2C80-06C9-F0DA6B7E5CD3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47"/>
          <ac:spMkLst>
            <pc:docMk/>
            <pc:sldMk cId="2102288670" sldId="309"/>
            <ac:spMk id="33" creationId="{B68D0380-A06F-5F18-8103-124D2FB50971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46"/>
          <ac:spMkLst>
            <pc:docMk/>
            <pc:sldMk cId="2102288670" sldId="309"/>
            <ac:spMk id="34" creationId="{A19BA1C3-C8B2-D4F5-2AC6-1C121E48C1A1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45"/>
          <ac:spMkLst>
            <pc:docMk/>
            <pc:sldMk cId="2102288670" sldId="309"/>
            <ac:spMk id="35" creationId="{851092A2-9424-ADCC-45C1-7363933733EC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44"/>
          <ac:spMkLst>
            <pc:docMk/>
            <pc:sldMk cId="2102288670" sldId="309"/>
            <ac:spMk id="36" creationId="{C8AA3A08-3164-1D71-3E0E-819CC58AB89F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43"/>
          <ac:spMkLst>
            <pc:docMk/>
            <pc:sldMk cId="2102288670" sldId="309"/>
            <ac:spMk id="37" creationId="{65228E00-4203-0459-F4CB-C4BA79FC06EF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42"/>
          <ac:spMkLst>
            <pc:docMk/>
            <pc:sldMk cId="2102288670" sldId="309"/>
            <ac:spMk id="38" creationId="{8D61290F-2016-6D69-29B0-6C30E6A5DD72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41"/>
          <ac:spMkLst>
            <pc:docMk/>
            <pc:sldMk cId="2102288670" sldId="309"/>
            <ac:spMk id="39" creationId="{EBF63450-374E-B6EA-21DF-7C9065B99D6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40"/>
          <ac:spMkLst>
            <pc:docMk/>
            <pc:sldMk cId="2102288670" sldId="309"/>
            <ac:spMk id="40" creationId="{A0869478-987C-36F1-52A5-9968B96D5D70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39"/>
          <ac:spMkLst>
            <pc:docMk/>
            <pc:sldMk cId="2102288670" sldId="309"/>
            <ac:spMk id="41" creationId="{4719198C-7396-573C-6AA5-723D455296C5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38"/>
          <ac:spMkLst>
            <pc:docMk/>
            <pc:sldMk cId="2102288670" sldId="309"/>
            <ac:spMk id="42" creationId="{D939A1DD-CF37-2C70-CA63-67C3DEBAEDBC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37"/>
          <ac:spMkLst>
            <pc:docMk/>
            <pc:sldMk cId="2102288670" sldId="309"/>
            <ac:spMk id="43" creationId="{808213E0-0C5C-A43A-198A-8E580010D996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36"/>
          <ac:spMkLst>
            <pc:docMk/>
            <pc:sldMk cId="2102288670" sldId="309"/>
            <ac:spMk id="44" creationId="{A83CE798-6663-C3EB-FB10-5CEDC7B3DE82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35"/>
          <ac:spMkLst>
            <pc:docMk/>
            <pc:sldMk cId="2102288670" sldId="309"/>
            <ac:spMk id="45" creationId="{6E98C13F-569C-57AF-AE89-DC277FED30F4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3.221" v="834"/>
          <ac:spMkLst>
            <pc:docMk/>
            <pc:sldMk cId="2102288670" sldId="309"/>
            <ac:spMk id="46" creationId="{64F8685E-61FB-3498-08EC-13A1EABAEB1E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5.581" v="861"/>
          <ac:spMkLst>
            <pc:docMk/>
            <pc:sldMk cId="2102288670" sldId="309"/>
            <ac:spMk id="47" creationId="{7004660E-179A-2DBB-0032-03AC9D1D1A64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5.581" v="860"/>
          <ac:spMkLst>
            <pc:docMk/>
            <pc:sldMk cId="2102288670" sldId="309"/>
            <ac:spMk id="48" creationId="{2AE48DBB-3D48-2DCA-0F1B-CE89D8EE9A08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5.581" v="859"/>
          <ac:spMkLst>
            <pc:docMk/>
            <pc:sldMk cId="2102288670" sldId="309"/>
            <ac:spMk id="49" creationId="{A4D8E06B-3DCA-C5AA-7F58-0336ACD9F897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5.581" v="858"/>
          <ac:spMkLst>
            <pc:docMk/>
            <pc:sldMk cId="2102288670" sldId="309"/>
            <ac:spMk id="50" creationId="{F59223E9-8017-8D17-E6EF-FB6082AE2D7E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5.581" v="857"/>
          <ac:spMkLst>
            <pc:docMk/>
            <pc:sldMk cId="2102288670" sldId="309"/>
            <ac:spMk id="51" creationId="{B49BCDD7-1627-E0AE-EC1A-AB0A91A08348}"/>
          </ac:spMkLst>
        </pc:spChg>
        <pc:spChg chg="del">
          <ac:chgData name="Patricio Andres Acevedo Flores" userId="S::psacevedo@uc.cl::4af84578-96bf-42a7-b185-661078b9ac53" providerId="AD" clId="Web-{5DEC65B8-7EFF-C80B-77AE-A1B99A58BB18}" dt="2026-05-06T03:49:35.581" v="856"/>
          <ac:spMkLst>
            <pc:docMk/>
            <pc:sldMk cId="2102288670" sldId="309"/>
            <ac:spMk id="60" creationId="{B0811475-1426-ED61-12ED-1A7E26B885D3}"/>
          </ac:spMkLst>
        </pc:spChg>
        <pc:picChg chg="add mod">
          <ac:chgData name="Patricio Andres Acevedo Flores" userId="S::psacevedo@uc.cl::4af84578-96bf-42a7-b185-661078b9ac53" providerId="AD" clId="Web-{5DEC65B8-7EFF-C80B-77AE-A1B99A58BB18}" dt="2026-05-06T03:52:32.164" v="900" actId="1076"/>
          <ac:picMkLst>
            <pc:docMk/>
            <pc:sldMk cId="2102288670" sldId="309"/>
            <ac:picMk id="4" creationId="{EF6B4F79-0D92-6EAD-0604-AFBCF4E0A1BD}"/>
          </ac:picMkLst>
        </pc:picChg>
      </pc:sldChg>
    </pc:docChg>
  </pc:docChgLst>
  <pc:docChgLst>
    <pc:chgData name="Matías Benjamín Catalán Contreras" userId="S::mbcatalan@uc.cl::b9a938d5-2c72-4464-a02a-ad02f324af09" providerId="AD" clId="Web-{A297279D-2A31-F7D8-CA07-661B4FB946CE}"/>
    <pc:docChg chg="modSld">
      <pc:chgData name="Matías Benjamín Catalán Contreras" userId="S::mbcatalan@uc.cl::b9a938d5-2c72-4464-a02a-ad02f324af09" providerId="AD" clId="Web-{A297279D-2A31-F7D8-CA07-661B4FB946CE}" dt="2026-05-06T03:57:13.553" v="616" actId="20577"/>
      <pc:docMkLst>
        <pc:docMk/>
      </pc:docMkLst>
      <pc:sldChg chg="modSp">
        <pc:chgData name="Matías Benjamín Catalán Contreras" userId="S::mbcatalan@uc.cl::b9a938d5-2c72-4464-a02a-ad02f324af09" providerId="AD" clId="Web-{A297279D-2A31-F7D8-CA07-661B4FB946CE}" dt="2026-05-06T02:45:40.681" v="3" actId="20577"/>
        <pc:sldMkLst>
          <pc:docMk/>
          <pc:sldMk cId="340807448" sldId="285"/>
        </pc:sldMkLst>
        <pc:spChg chg="mod">
          <ac:chgData name="Matías Benjamín Catalán Contreras" userId="S::mbcatalan@uc.cl::b9a938d5-2c72-4464-a02a-ad02f324af09" providerId="AD" clId="Web-{A297279D-2A31-F7D8-CA07-661B4FB946CE}" dt="2026-05-06T02:45:34.040" v="0" actId="20577"/>
          <ac:spMkLst>
            <pc:docMk/>
            <pc:sldMk cId="340807448" sldId="285"/>
            <ac:spMk id="6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45:36.477" v="1" actId="20577"/>
          <ac:spMkLst>
            <pc:docMk/>
            <pc:sldMk cId="340807448" sldId="285"/>
            <ac:spMk id="10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45:38.337" v="2" actId="20577"/>
          <ac:spMkLst>
            <pc:docMk/>
            <pc:sldMk cId="340807448" sldId="285"/>
            <ac:spMk id="14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45:40.681" v="3" actId="20577"/>
          <ac:spMkLst>
            <pc:docMk/>
            <pc:sldMk cId="340807448" sldId="285"/>
            <ac:spMk id="18" creationId="{00000000-0000-0000-0000-000000000000}"/>
          </ac:spMkLst>
        </pc:spChg>
      </pc:sldChg>
      <pc:sldChg chg="modSp">
        <pc:chgData name="Matías Benjamín Catalán Contreras" userId="S::mbcatalan@uc.cl::b9a938d5-2c72-4464-a02a-ad02f324af09" providerId="AD" clId="Web-{A297279D-2A31-F7D8-CA07-661B4FB946CE}" dt="2026-05-06T02:51:09.588" v="59" actId="20577"/>
        <pc:sldMkLst>
          <pc:docMk/>
          <pc:sldMk cId="2806014252" sldId="286"/>
        </pc:sldMkLst>
        <pc:spChg chg="mod">
          <ac:chgData name="Matías Benjamín Catalán Contreras" userId="S::mbcatalan@uc.cl::b9a938d5-2c72-4464-a02a-ad02f324af09" providerId="AD" clId="Web-{A297279D-2A31-F7D8-CA07-661B4FB946CE}" dt="2026-05-06T02:51:09.588" v="59" actId="20577"/>
          <ac:spMkLst>
            <pc:docMk/>
            <pc:sldMk cId="2806014252" sldId="286"/>
            <ac:spMk id="12" creationId="{00000000-0000-0000-0000-000000000000}"/>
          </ac:spMkLst>
        </pc:spChg>
      </pc:sldChg>
      <pc:sldChg chg="modSp">
        <pc:chgData name="Matías Benjamín Catalán Contreras" userId="S::mbcatalan@uc.cl::b9a938d5-2c72-4464-a02a-ad02f324af09" providerId="AD" clId="Web-{A297279D-2A31-F7D8-CA07-661B4FB946CE}" dt="2026-05-06T02:51:14.182" v="60" actId="20577"/>
        <pc:sldMkLst>
          <pc:docMk/>
          <pc:sldMk cId="3648955017" sldId="287"/>
        </pc:sldMkLst>
        <pc:spChg chg="mod">
          <ac:chgData name="Matías Benjamín Catalán Contreras" userId="S::mbcatalan@uc.cl::b9a938d5-2c72-4464-a02a-ad02f324af09" providerId="AD" clId="Web-{A297279D-2A31-F7D8-CA07-661B4FB946CE}" dt="2026-05-06T02:51:14.182" v="60" actId="20577"/>
          <ac:spMkLst>
            <pc:docMk/>
            <pc:sldMk cId="3648955017" sldId="287"/>
            <ac:spMk id="10" creationId="{00000000-0000-0000-0000-000000000000}"/>
          </ac:spMkLst>
        </pc:spChg>
      </pc:sldChg>
      <pc:sldChg chg="addSp delSp modSp">
        <pc:chgData name="Matías Benjamín Catalán Contreras" userId="S::mbcatalan@uc.cl::b9a938d5-2c72-4464-a02a-ad02f324af09" providerId="AD" clId="Web-{A297279D-2A31-F7D8-CA07-661B4FB946CE}" dt="2026-05-06T03:55:44.061" v="614" actId="20577"/>
        <pc:sldMkLst>
          <pc:docMk/>
          <pc:sldMk cId="800500832" sldId="288"/>
        </pc:sldMkLst>
        <pc:spChg chg="mod">
          <ac:chgData name="Matías Benjamín Catalán Contreras" userId="S::mbcatalan@uc.cl::b9a938d5-2c72-4464-a02a-ad02f324af09" providerId="AD" clId="Web-{A297279D-2A31-F7D8-CA07-661B4FB946CE}" dt="2026-05-06T03:55:22.794" v="612" actId="14100"/>
          <ac:spMkLst>
            <pc:docMk/>
            <pc:sldMk cId="800500832" sldId="288"/>
            <ac:spMk id="6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55:44.061" v="614" actId="20577"/>
          <ac:spMkLst>
            <pc:docMk/>
            <pc:sldMk cId="800500832" sldId="288"/>
            <ac:spMk id="8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35:55.737" v="388" actId="20577"/>
          <ac:spMkLst>
            <pc:docMk/>
            <pc:sldMk cId="800500832" sldId="288"/>
            <ac:spMk id="10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43:38.018" v="541" actId="1076"/>
          <ac:spMkLst>
            <pc:docMk/>
            <pc:sldMk cId="800500832" sldId="288"/>
            <ac:spMk id="12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39:04.886" v="447" actId="14100"/>
          <ac:spMkLst>
            <pc:docMk/>
            <pc:sldMk cId="800500832" sldId="288"/>
            <ac:spMk id="15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39:20.200" v="450" actId="1076"/>
          <ac:spMkLst>
            <pc:docMk/>
            <pc:sldMk cId="800500832" sldId="288"/>
            <ac:spMk id="17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48:45.898" v="575" actId="1076"/>
          <ac:spMkLst>
            <pc:docMk/>
            <pc:sldMk cId="800500832" sldId="288"/>
            <ac:spMk id="18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48:45.961" v="577" actId="1076"/>
          <ac:spMkLst>
            <pc:docMk/>
            <pc:sldMk cId="800500832" sldId="288"/>
            <ac:spMk id="20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51:24.667" v="61" actId="20577"/>
          <ac:spMkLst>
            <pc:docMk/>
            <pc:sldMk cId="800500832" sldId="288"/>
            <ac:spMk id="21" creationId="{00000000-0000-0000-0000-000000000000}"/>
          </ac:spMkLst>
        </pc:spChg>
        <pc:spChg chg="add mod">
          <ac:chgData name="Matías Benjamín Catalán Contreras" userId="S::mbcatalan@uc.cl::b9a938d5-2c72-4464-a02a-ad02f324af09" providerId="AD" clId="Web-{A297279D-2A31-F7D8-CA07-661B4FB946CE}" dt="2026-05-06T03:43:38.081" v="543" actId="1076"/>
          <ac:spMkLst>
            <pc:docMk/>
            <pc:sldMk cId="800500832" sldId="288"/>
            <ac:spMk id="25" creationId="{4B9ECA81-561B-257D-7790-C604DBFDC08C}"/>
          </ac:spMkLst>
        </pc:spChg>
        <pc:spChg chg="add mod">
          <ac:chgData name="Matías Benjamín Catalán Contreras" userId="S::mbcatalan@uc.cl::b9a938d5-2c72-4464-a02a-ad02f324af09" providerId="AD" clId="Web-{A297279D-2A31-F7D8-CA07-661B4FB946CE}" dt="2026-05-06T03:48:51.164" v="579" actId="1076"/>
          <ac:spMkLst>
            <pc:docMk/>
            <pc:sldMk cId="800500832" sldId="288"/>
            <ac:spMk id="27" creationId="{01C5466A-EB3F-4897-BD3B-5F372F9A443D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43:38.112" v="544" actId="1076"/>
          <ac:spMkLst>
            <pc:docMk/>
            <pc:sldMk cId="800500832" sldId="288"/>
            <ac:spMk id="28" creationId="{49DE1886-F655-65AD-C230-D1727C13CB60}"/>
          </ac:spMkLst>
        </pc:spChg>
        <pc:spChg chg="add del mod">
          <ac:chgData name="Matías Benjamín Catalán Contreras" userId="S::mbcatalan@uc.cl::b9a938d5-2c72-4464-a02a-ad02f324af09" providerId="AD" clId="Web-{A297279D-2A31-F7D8-CA07-661B4FB946CE}" dt="2026-05-06T03:43:41.987" v="545"/>
          <ac:spMkLst>
            <pc:docMk/>
            <pc:sldMk cId="800500832" sldId="288"/>
            <ac:spMk id="30" creationId="{557EC6A3-C1A0-CB04-D9E2-D484632E4120}"/>
          </ac:spMkLst>
        </pc:spChg>
        <pc:spChg chg="add mod">
          <ac:chgData name="Matías Benjamín Catalán Contreras" userId="S::mbcatalan@uc.cl::b9a938d5-2c72-4464-a02a-ad02f324af09" providerId="AD" clId="Web-{A297279D-2A31-F7D8-CA07-661B4FB946CE}" dt="2026-05-06T03:49:39.401" v="591" actId="20577"/>
          <ac:spMkLst>
            <pc:docMk/>
            <pc:sldMk cId="800500832" sldId="288"/>
            <ac:spMk id="32" creationId="{7665F15E-5BA3-0CC3-228E-ED7200416625}"/>
          </ac:spMkLst>
        </pc:spChg>
        <pc:picChg chg="mod">
          <ac:chgData name="Matías Benjamín Catalán Contreras" userId="S::mbcatalan@uc.cl::b9a938d5-2c72-4464-a02a-ad02f324af09" providerId="AD" clId="Web-{A297279D-2A31-F7D8-CA07-661B4FB946CE}" dt="2026-05-06T03:43:37.924" v="537" actId="1076"/>
          <ac:picMkLst>
            <pc:docMk/>
            <pc:sldMk cId="800500832" sldId="288"/>
            <ac:picMk id="7" creationId="{00000000-0000-0000-0000-000000000000}"/>
          </ac:picMkLst>
        </pc:picChg>
        <pc:picChg chg="mod">
          <ac:chgData name="Matías Benjamín Catalán Contreras" userId="S::mbcatalan@uc.cl::b9a938d5-2c72-4464-a02a-ad02f324af09" providerId="AD" clId="Web-{A297279D-2A31-F7D8-CA07-661B4FB946CE}" dt="2026-05-06T03:43:37.971" v="539" actId="1076"/>
          <ac:picMkLst>
            <pc:docMk/>
            <pc:sldMk cId="800500832" sldId="288"/>
            <ac:picMk id="9" creationId="{00000000-0000-0000-0000-000000000000}"/>
          </ac:picMkLst>
        </pc:picChg>
        <pc:picChg chg="mod">
          <ac:chgData name="Matías Benjamín Catalán Contreras" userId="S::mbcatalan@uc.cl::b9a938d5-2c72-4464-a02a-ad02f324af09" providerId="AD" clId="Web-{A297279D-2A31-F7D8-CA07-661B4FB946CE}" dt="2026-05-06T03:43:37.987" v="540" actId="1076"/>
          <ac:picMkLst>
            <pc:docMk/>
            <pc:sldMk cId="800500832" sldId="288"/>
            <ac:picMk id="11" creationId="{00000000-0000-0000-0000-000000000000}"/>
          </ac:picMkLst>
        </pc:picChg>
        <pc:picChg chg="mod">
          <ac:chgData name="Matías Benjamín Catalán Contreras" userId="S::mbcatalan@uc.cl::b9a938d5-2c72-4464-a02a-ad02f324af09" providerId="AD" clId="Web-{A297279D-2A31-F7D8-CA07-661B4FB946CE}" dt="2026-05-06T03:39:07.136" v="448" actId="1076"/>
          <ac:picMkLst>
            <pc:docMk/>
            <pc:sldMk cId="800500832" sldId="288"/>
            <ac:picMk id="14" creationId="{00000000-0000-0000-0000-000000000000}"/>
          </ac:picMkLst>
        </pc:picChg>
        <pc:picChg chg="mod">
          <ac:chgData name="Matías Benjamín Catalán Contreras" userId="S::mbcatalan@uc.cl::b9a938d5-2c72-4464-a02a-ad02f324af09" providerId="AD" clId="Web-{A297279D-2A31-F7D8-CA07-661B4FB946CE}" dt="2026-05-06T03:39:12.043" v="449" actId="1076"/>
          <ac:picMkLst>
            <pc:docMk/>
            <pc:sldMk cId="800500832" sldId="288"/>
            <ac:picMk id="16" creationId="{00000000-0000-0000-0000-000000000000}"/>
          </ac:picMkLst>
        </pc:picChg>
        <pc:picChg chg="mod">
          <ac:chgData name="Matías Benjamín Catalán Contreras" userId="S::mbcatalan@uc.cl::b9a938d5-2c72-4464-a02a-ad02f324af09" providerId="AD" clId="Web-{A297279D-2A31-F7D8-CA07-661B4FB946CE}" dt="2026-05-06T03:48:45.930" v="576" actId="1076"/>
          <ac:picMkLst>
            <pc:docMk/>
            <pc:sldMk cId="800500832" sldId="288"/>
            <ac:picMk id="19" creationId="{00000000-0000-0000-0000-000000000000}"/>
          </ac:picMkLst>
        </pc:picChg>
        <pc:picChg chg="add mod">
          <ac:chgData name="Matías Benjamín Catalán Contreras" userId="S::mbcatalan@uc.cl::b9a938d5-2c72-4464-a02a-ad02f324af09" providerId="AD" clId="Web-{A297279D-2A31-F7D8-CA07-661B4FB946CE}" dt="2026-05-06T03:43:38.049" v="542" actId="1076"/>
          <ac:picMkLst>
            <pc:docMk/>
            <pc:sldMk cId="800500832" sldId="288"/>
            <ac:picMk id="22" creationId="{7D40ADB7-A633-24D3-131B-0F81F0F10EC2}"/>
          </ac:picMkLst>
        </pc:picChg>
        <pc:picChg chg="mod">
          <ac:chgData name="Matías Benjamín Catalán Contreras" userId="S::mbcatalan@uc.cl::b9a938d5-2c72-4464-a02a-ad02f324af09" providerId="AD" clId="Web-{A297279D-2A31-F7D8-CA07-661B4FB946CE}" dt="2026-05-06T03:35:18.621" v="376" actId="1076"/>
          <ac:picMkLst>
            <pc:docMk/>
            <pc:sldMk cId="800500832" sldId="288"/>
            <ac:picMk id="24" creationId="{67C454A5-5994-3AFF-8592-A25AD8EB684A}"/>
          </ac:picMkLst>
        </pc:picChg>
        <pc:picChg chg="add mod">
          <ac:chgData name="Matías Benjamín Catalán Contreras" userId="S::mbcatalan@uc.cl::b9a938d5-2c72-4464-a02a-ad02f324af09" providerId="AD" clId="Web-{A297279D-2A31-F7D8-CA07-661B4FB946CE}" dt="2026-05-06T03:48:51.133" v="578" actId="1076"/>
          <ac:picMkLst>
            <pc:docMk/>
            <pc:sldMk cId="800500832" sldId="288"/>
            <ac:picMk id="26" creationId="{725C9C94-7D3A-6851-53C5-B11D3A91660F}"/>
          </ac:picMkLst>
        </pc:picChg>
        <pc:picChg chg="add del mod">
          <ac:chgData name="Matías Benjamín Catalán Contreras" userId="S::mbcatalan@uc.cl::b9a938d5-2c72-4464-a02a-ad02f324af09" providerId="AD" clId="Web-{A297279D-2A31-F7D8-CA07-661B4FB946CE}" dt="2026-05-06T03:43:41.987" v="546"/>
          <ac:picMkLst>
            <pc:docMk/>
            <pc:sldMk cId="800500832" sldId="288"/>
            <ac:picMk id="29" creationId="{F8A7A359-B386-A893-A861-3AA2C7B8B5E6}"/>
          </ac:picMkLst>
        </pc:picChg>
        <pc:picChg chg="add mod">
          <ac:chgData name="Matías Benjamín Catalán Contreras" userId="S::mbcatalan@uc.cl::b9a938d5-2c72-4464-a02a-ad02f324af09" providerId="AD" clId="Web-{A297279D-2A31-F7D8-CA07-661B4FB946CE}" dt="2026-05-06T03:48:56.430" v="580" actId="1076"/>
          <ac:picMkLst>
            <pc:docMk/>
            <pc:sldMk cId="800500832" sldId="288"/>
            <ac:picMk id="31" creationId="{E92E1F5A-9BA3-52B6-7828-9700FB57C670}"/>
          </ac:picMkLst>
        </pc:picChg>
      </pc:sldChg>
      <pc:sldChg chg="modSp">
        <pc:chgData name="Matías Benjamín Catalán Contreras" userId="S::mbcatalan@uc.cl::b9a938d5-2c72-4464-a02a-ad02f324af09" providerId="AD" clId="Web-{A297279D-2A31-F7D8-CA07-661B4FB946CE}" dt="2026-05-06T02:52:06.545" v="69" actId="20577"/>
        <pc:sldMkLst>
          <pc:docMk/>
          <pc:sldMk cId="2608948689" sldId="289"/>
        </pc:sldMkLst>
        <pc:spChg chg="mod">
          <ac:chgData name="Matías Benjamín Catalán Contreras" userId="S::mbcatalan@uc.cl::b9a938d5-2c72-4464-a02a-ad02f324af09" providerId="AD" clId="Web-{A297279D-2A31-F7D8-CA07-661B4FB946CE}" dt="2026-05-06T02:52:06.545" v="69" actId="20577"/>
          <ac:spMkLst>
            <pc:docMk/>
            <pc:sldMk cId="2608948689" sldId="289"/>
            <ac:spMk id="4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52:00.857" v="68" actId="20577"/>
          <ac:spMkLst>
            <pc:docMk/>
            <pc:sldMk cId="2608948689" sldId="289"/>
            <ac:spMk id="6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51:40.731" v="66" actId="20577"/>
          <ac:spMkLst>
            <pc:docMk/>
            <pc:sldMk cId="2608948689" sldId="289"/>
            <ac:spMk id="7" creationId="{00000000-0000-0000-0000-000000000000}"/>
          </ac:spMkLst>
        </pc:spChg>
      </pc:sldChg>
      <pc:sldChg chg="modSp">
        <pc:chgData name="Matías Benjamín Catalán Contreras" userId="S::mbcatalan@uc.cl::b9a938d5-2c72-4464-a02a-ad02f324af09" providerId="AD" clId="Web-{A297279D-2A31-F7D8-CA07-661B4FB946CE}" dt="2026-05-06T02:51:56.576" v="67" actId="20577"/>
        <pc:sldMkLst>
          <pc:docMk/>
          <pc:sldMk cId="2295742162" sldId="290"/>
        </pc:sldMkLst>
        <pc:spChg chg="mod">
          <ac:chgData name="Matías Benjamín Catalán Contreras" userId="S::mbcatalan@uc.cl::b9a938d5-2c72-4464-a02a-ad02f324af09" providerId="AD" clId="Web-{A297279D-2A31-F7D8-CA07-661B4FB946CE}" dt="2026-05-06T02:51:56.576" v="67" actId="20577"/>
          <ac:spMkLst>
            <pc:docMk/>
            <pc:sldMk cId="2295742162" sldId="290"/>
            <ac:spMk id="20" creationId="{00000000-0000-0000-0000-000000000000}"/>
          </ac:spMkLst>
        </pc:spChg>
      </pc:sldChg>
      <pc:sldChg chg="delSp modSp">
        <pc:chgData name="Matías Benjamín Catalán Contreras" userId="S::mbcatalan@uc.cl::b9a938d5-2c72-4464-a02a-ad02f324af09" providerId="AD" clId="Web-{A297279D-2A31-F7D8-CA07-661B4FB946CE}" dt="2026-05-06T03:04:23.042" v="207" actId="1076"/>
        <pc:sldMkLst>
          <pc:docMk/>
          <pc:sldMk cId="3758105229" sldId="291"/>
        </pc:sldMkLst>
        <pc:spChg chg="mod">
          <ac:chgData name="Matías Benjamín Catalán Contreras" userId="S::mbcatalan@uc.cl::b9a938d5-2c72-4464-a02a-ad02f324af09" providerId="AD" clId="Web-{A297279D-2A31-F7D8-CA07-661B4FB946CE}" dt="2026-05-06T03:04:16.557" v="205"/>
          <ac:spMkLst>
            <pc:docMk/>
            <pc:sldMk cId="3758105229" sldId="291"/>
            <ac:spMk id="2" creationId="{00000000-0000-0000-0000-000000000000}"/>
          </ac:spMkLst>
        </pc:spChg>
        <pc:spChg chg="del">
          <ac:chgData name="Matías Benjamín Catalán Contreras" userId="S::mbcatalan@uc.cl::b9a938d5-2c72-4464-a02a-ad02f324af09" providerId="AD" clId="Web-{A297279D-2A31-F7D8-CA07-661B4FB946CE}" dt="2026-05-06T02:58:41.461" v="89"/>
          <ac:spMkLst>
            <pc:docMk/>
            <pc:sldMk cId="3758105229" sldId="291"/>
            <ac:spMk id="4" creationId="{00000000-0000-0000-0000-000000000000}"/>
          </ac:spMkLst>
        </pc:spChg>
        <pc:picChg chg="mod">
          <ac:chgData name="Matías Benjamín Catalán Contreras" userId="S::mbcatalan@uc.cl::b9a938d5-2c72-4464-a02a-ad02f324af09" providerId="AD" clId="Web-{A297279D-2A31-F7D8-CA07-661B4FB946CE}" dt="2026-05-06T03:04:23.042" v="207" actId="1076"/>
          <ac:picMkLst>
            <pc:docMk/>
            <pc:sldMk cId="3758105229" sldId="291"/>
            <ac:picMk id="8" creationId="{DAB3FB8E-6B84-ACDF-1750-E1D3F1AC623A}"/>
          </ac:picMkLst>
        </pc:picChg>
      </pc:sldChg>
      <pc:sldChg chg="modSp">
        <pc:chgData name="Matías Benjamín Catalán Contreras" userId="S::mbcatalan@uc.cl::b9a938d5-2c72-4464-a02a-ad02f324af09" providerId="AD" clId="Web-{A297279D-2A31-F7D8-CA07-661B4FB946CE}" dt="2026-05-06T03:12:54.191" v="244" actId="14100"/>
        <pc:sldMkLst>
          <pc:docMk/>
          <pc:sldMk cId="3308353349" sldId="292"/>
        </pc:sldMkLst>
        <pc:spChg chg="mod">
          <ac:chgData name="Matías Benjamín Catalán Contreras" userId="S::mbcatalan@uc.cl::b9a938d5-2c72-4464-a02a-ad02f324af09" providerId="AD" clId="Web-{A297279D-2A31-F7D8-CA07-661B4FB946CE}" dt="2026-05-06T03:07:33.074" v="220" actId="1076"/>
          <ac:spMkLst>
            <pc:docMk/>
            <pc:sldMk cId="3308353349" sldId="292"/>
            <ac:spMk id="6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09:30.662" v="225" actId="1076"/>
          <ac:spMkLst>
            <pc:docMk/>
            <pc:sldMk cId="3308353349" sldId="292"/>
            <ac:spMk id="7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07:38.949" v="222" actId="1076"/>
          <ac:spMkLst>
            <pc:docMk/>
            <pc:sldMk cId="3308353349" sldId="292"/>
            <ac:spMk id="9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12:54.191" v="244" actId="14100"/>
          <ac:spMkLst>
            <pc:docMk/>
            <pc:sldMk cId="3308353349" sldId="292"/>
            <ac:spMk id="12" creationId="{00000000-0000-0000-0000-000000000000}"/>
          </ac:spMkLst>
        </pc:spChg>
      </pc:sldChg>
      <pc:sldChg chg="modSp">
        <pc:chgData name="Matías Benjamín Catalán Contreras" userId="S::mbcatalan@uc.cl::b9a938d5-2c72-4464-a02a-ad02f324af09" providerId="AD" clId="Web-{A297279D-2A31-F7D8-CA07-661B4FB946CE}" dt="2026-05-06T03:17:10.236" v="360" actId="20577"/>
        <pc:sldMkLst>
          <pc:docMk/>
          <pc:sldMk cId="4091911978" sldId="293"/>
        </pc:sldMkLst>
        <pc:spChg chg="mod">
          <ac:chgData name="Matías Benjamín Catalán Contreras" userId="S::mbcatalan@uc.cl::b9a938d5-2c72-4464-a02a-ad02f324af09" providerId="AD" clId="Web-{A297279D-2A31-F7D8-CA07-661B4FB946CE}" dt="2026-05-06T03:17:10.236" v="360" actId="20577"/>
          <ac:spMkLst>
            <pc:docMk/>
            <pc:sldMk cId="4091911978" sldId="293"/>
            <ac:spMk id="6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11:00.917" v="234" actId="1076"/>
          <ac:spMkLst>
            <pc:docMk/>
            <pc:sldMk cId="4091911978" sldId="293"/>
            <ac:spMk id="9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11:23.403" v="238" actId="1076"/>
          <ac:spMkLst>
            <pc:docMk/>
            <pc:sldMk cId="4091911978" sldId="293"/>
            <ac:spMk id="11" creationId="{00000000-0000-0000-0000-000000000000}"/>
          </ac:spMkLst>
        </pc:spChg>
      </pc:sldChg>
      <pc:sldChg chg="modSp">
        <pc:chgData name="Matías Benjamín Catalán Contreras" userId="S::mbcatalan@uc.cl::b9a938d5-2c72-4464-a02a-ad02f324af09" providerId="AD" clId="Web-{A297279D-2A31-F7D8-CA07-661B4FB946CE}" dt="2026-05-06T03:11:38.873" v="242" actId="20577"/>
        <pc:sldMkLst>
          <pc:docMk/>
          <pc:sldMk cId="2951136892" sldId="294"/>
        </pc:sldMkLst>
        <pc:spChg chg="mod">
          <ac:chgData name="Matías Benjamín Catalán Contreras" userId="S::mbcatalan@uc.cl::b9a938d5-2c72-4464-a02a-ad02f324af09" providerId="AD" clId="Web-{A297279D-2A31-F7D8-CA07-661B4FB946CE}" dt="2026-05-06T03:11:38.873" v="242" actId="20577"/>
          <ac:spMkLst>
            <pc:docMk/>
            <pc:sldMk cId="2951136892" sldId="294"/>
            <ac:spMk id="4" creationId="{00000000-0000-0000-0000-000000000000}"/>
          </ac:spMkLst>
        </pc:spChg>
      </pc:sldChg>
      <pc:sldChg chg="modSp">
        <pc:chgData name="Matías Benjamín Catalán Contreras" userId="S::mbcatalan@uc.cl::b9a938d5-2c72-4464-a02a-ad02f324af09" providerId="AD" clId="Web-{A297279D-2A31-F7D8-CA07-661B4FB946CE}" dt="2026-05-06T03:30:48.717" v="364" actId="1076"/>
        <pc:sldMkLst>
          <pc:docMk/>
          <pc:sldMk cId="2987572023" sldId="295"/>
        </pc:sldMkLst>
        <pc:spChg chg="mod">
          <ac:chgData name="Matías Benjamín Catalán Contreras" userId="S::mbcatalan@uc.cl::b9a938d5-2c72-4464-a02a-ad02f324af09" providerId="AD" clId="Web-{A297279D-2A31-F7D8-CA07-661B4FB946CE}" dt="2026-05-06T03:30:48.717" v="364" actId="1076"/>
          <ac:spMkLst>
            <pc:docMk/>
            <pc:sldMk cId="2987572023" sldId="295"/>
            <ac:spMk id="6" creationId="{00000000-0000-0000-0000-000000000000}"/>
          </ac:spMkLst>
        </pc:spChg>
      </pc:sldChg>
      <pc:sldChg chg="modSp">
        <pc:chgData name="Matías Benjamín Catalán Contreras" userId="S::mbcatalan@uc.cl::b9a938d5-2c72-4464-a02a-ad02f324af09" providerId="AD" clId="Web-{A297279D-2A31-F7D8-CA07-661B4FB946CE}" dt="2026-05-06T03:52:40.647" v="599" actId="14100"/>
        <pc:sldMkLst>
          <pc:docMk/>
          <pc:sldMk cId="1830765870" sldId="299"/>
        </pc:sldMkLst>
        <pc:spChg chg="mod">
          <ac:chgData name="Matías Benjamín Catalán Contreras" userId="S::mbcatalan@uc.cl::b9a938d5-2c72-4464-a02a-ad02f324af09" providerId="AD" clId="Web-{A297279D-2A31-F7D8-CA07-661B4FB946CE}" dt="2026-05-06T02:51:34.371" v="64" actId="20577"/>
          <ac:spMkLst>
            <pc:docMk/>
            <pc:sldMk cId="1830765870" sldId="299"/>
            <ac:spMk id="21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53:32.988" v="73" actId="20577"/>
          <ac:spMkLst>
            <pc:docMk/>
            <pc:sldMk cId="1830765870" sldId="299"/>
            <ac:spMk id="22" creationId="{7DCD3A21-03A5-4EBE-9143-743C72C2BD24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53:41.958" v="75" actId="20577"/>
          <ac:spMkLst>
            <pc:docMk/>
            <pc:sldMk cId="1830765870" sldId="299"/>
            <ac:spMk id="26" creationId="{698C3D4A-9427-4346-862F-0CC3C46BCA74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53:44.958" v="77" actId="20577"/>
          <ac:spMkLst>
            <pc:docMk/>
            <pc:sldMk cId="1830765870" sldId="299"/>
            <ac:spMk id="32" creationId="{B3415E07-BCE1-4A54-8BDE-FD30DAA986D2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52:36.724" v="598" actId="14100"/>
          <ac:spMkLst>
            <pc:docMk/>
            <pc:sldMk cId="1830765870" sldId="299"/>
            <ac:spMk id="35" creationId="{12972613-9845-4AF6-9D00-3F0A88FD4166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53:47.036" v="79" actId="20577"/>
          <ac:spMkLst>
            <pc:docMk/>
            <pc:sldMk cId="1830765870" sldId="299"/>
            <ac:spMk id="38" creationId="{2ADAF66E-4ACF-4EB7-A6DF-033E724ADE81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52:40.647" v="599" actId="14100"/>
          <ac:spMkLst>
            <pc:docMk/>
            <pc:sldMk cId="1830765870" sldId="299"/>
            <ac:spMk id="41" creationId="{032D62E4-E655-41FB-BF06-0BEBA8761226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53:49.630" v="81" actId="20577"/>
          <ac:spMkLst>
            <pc:docMk/>
            <pc:sldMk cId="1830765870" sldId="299"/>
            <ac:spMk id="44" creationId="{E496E621-2BF9-472B-AD13-FF96638B3F11}"/>
          </ac:spMkLst>
        </pc:spChg>
      </pc:sldChg>
      <pc:sldChg chg="modSp">
        <pc:chgData name="Matías Benjamín Catalán Contreras" userId="S::mbcatalan@uc.cl::b9a938d5-2c72-4464-a02a-ad02f324af09" providerId="AD" clId="Web-{A297279D-2A31-F7D8-CA07-661B4FB946CE}" dt="2026-05-06T03:57:13.553" v="616" actId="20577"/>
        <pc:sldMkLst>
          <pc:docMk/>
          <pc:sldMk cId="88797672" sldId="302"/>
        </pc:sldMkLst>
        <pc:spChg chg="mod">
          <ac:chgData name="Matías Benjamín Catalán Contreras" userId="S::mbcatalan@uc.cl::b9a938d5-2c72-4464-a02a-ad02f324af09" providerId="AD" clId="Web-{A297279D-2A31-F7D8-CA07-661B4FB946CE}" dt="2026-05-06T03:21:54.801" v="361"/>
          <ac:spMkLst>
            <pc:docMk/>
            <pc:sldMk cId="88797672" sldId="302"/>
            <ac:spMk id="6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57:13.553" v="616" actId="20577"/>
          <ac:spMkLst>
            <pc:docMk/>
            <pc:sldMk cId="88797672" sldId="302"/>
            <ac:spMk id="9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50:57.571" v="56" actId="20577"/>
          <ac:spMkLst>
            <pc:docMk/>
            <pc:sldMk cId="88797672" sldId="302"/>
            <ac:spMk id="12" creationId="{00000000-0000-0000-0000-000000000000}"/>
          </ac:spMkLst>
        </pc:spChg>
      </pc:sldChg>
      <pc:sldChg chg="modSp">
        <pc:chgData name="Matías Benjamín Catalán Contreras" userId="S::mbcatalan@uc.cl::b9a938d5-2c72-4464-a02a-ad02f324af09" providerId="AD" clId="Web-{A297279D-2A31-F7D8-CA07-661B4FB946CE}" dt="2026-05-06T02:51:05.540" v="58" actId="20577"/>
        <pc:sldMkLst>
          <pc:docMk/>
          <pc:sldMk cId="1127729573" sldId="303"/>
        </pc:sldMkLst>
        <pc:spChg chg="mod">
          <ac:chgData name="Matías Benjamín Catalán Contreras" userId="S::mbcatalan@uc.cl::b9a938d5-2c72-4464-a02a-ad02f324af09" providerId="AD" clId="Web-{A297279D-2A31-F7D8-CA07-661B4FB946CE}" dt="2026-05-06T02:49:42.393" v="18" actId="1076"/>
          <ac:spMkLst>
            <pc:docMk/>
            <pc:sldMk cId="1127729573" sldId="303"/>
            <ac:spMk id="8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50:29.287" v="27" actId="20577"/>
          <ac:spMkLst>
            <pc:docMk/>
            <pc:sldMk cId="1127729573" sldId="303"/>
            <ac:spMk id="9" creationId="{00000000-0000-0000-0000-000000000000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51:05.540" v="58" actId="20577"/>
          <ac:spMkLst>
            <pc:docMk/>
            <pc:sldMk cId="1127729573" sldId="303"/>
            <ac:spMk id="12" creationId="{00000000-0000-0000-0000-000000000000}"/>
          </ac:spMkLst>
        </pc:spChg>
        <pc:graphicFrameChg chg="mod modGraphic">
          <ac:chgData name="Matías Benjamín Catalán Contreras" userId="S::mbcatalan@uc.cl::b9a938d5-2c72-4464-a02a-ad02f324af09" providerId="AD" clId="Web-{A297279D-2A31-F7D8-CA07-661B4FB946CE}" dt="2026-05-06T02:50:36.241" v="41"/>
          <ac:graphicFrameMkLst>
            <pc:docMk/>
            <pc:sldMk cId="1127729573" sldId="303"/>
            <ac:graphicFrameMk id="11" creationId="{00000000-0000-0000-0000-000000000000}"/>
          </ac:graphicFrameMkLst>
        </pc:graphicFrameChg>
      </pc:sldChg>
      <pc:sldChg chg="modSp">
        <pc:chgData name="Matías Benjamín Catalán Contreras" userId="S::mbcatalan@uc.cl::b9a938d5-2c72-4464-a02a-ad02f324af09" providerId="AD" clId="Web-{A297279D-2A31-F7D8-CA07-661B4FB946CE}" dt="2026-05-06T02:53:12.315" v="72"/>
        <pc:sldMkLst>
          <pc:docMk/>
          <pc:sldMk cId="1816202358" sldId="304"/>
        </pc:sldMkLst>
        <pc:spChg chg="mod">
          <ac:chgData name="Matías Benjamín Catalán Contreras" userId="S::mbcatalan@uc.cl::b9a938d5-2c72-4464-a02a-ad02f324af09" providerId="AD" clId="Web-{A297279D-2A31-F7D8-CA07-661B4FB946CE}" dt="2026-05-06T02:53:12.315" v="72"/>
          <ac:spMkLst>
            <pc:docMk/>
            <pc:sldMk cId="1816202358" sldId="304"/>
            <ac:spMk id="5" creationId="{C06B9BD9-3246-0023-B258-20F69DA52F93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49:59.456" v="23" actId="1076"/>
          <ac:spMkLst>
            <pc:docMk/>
            <pc:sldMk cId="1816202358" sldId="304"/>
            <ac:spMk id="6" creationId="{10BF85DE-D087-E514-5070-B6FE6177E398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51:01.571" v="57" actId="20577"/>
          <ac:spMkLst>
            <pc:docMk/>
            <pc:sldMk cId="1816202358" sldId="304"/>
            <ac:spMk id="12" creationId="{438C8523-2563-98E1-709C-6B82F8C6DF04}"/>
          </ac:spMkLst>
        </pc:spChg>
        <pc:graphicFrameChg chg="mod modGraphic">
          <ac:chgData name="Matías Benjamín Catalán Contreras" userId="S::mbcatalan@uc.cl::b9a938d5-2c72-4464-a02a-ad02f324af09" providerId="AD" clId="Web-{A297279D-2A31-F7D8-CA07-661B4FB946CE}" dt="2026-05-06T02:50:45.570" v="55"/>
          <ac:graphicFrameMkLst>
            <pc:docMk/>
            <pc:sldMk cId="1816202358" sldId="304"/>
            <ac:graphicFrameMk id="11" creationId="{C35E21FE-0BDF-8A24-65B4-576BAF8A6378}"/>
          </ac:graphicFrameMkLst>
        </pc:graphicFrameChg>
      </pc:sldChg>
      <pc:sldChg chg="modSp">
        <pc:chgData name="Matías Benjamín Catalán Contreras" userId="S::mbcatalan@uc.cl::b9a938d5-2c72-4464-a02a-ad02f324af09" providerId="AD" clId="Web-{A297279D-2A31-F7D8-CA07-661B4FB946CE}" dt="2026-05-06T03:04:41.810" v="209" actId="1076"/>
        <pc:sldMkLst>
          <pc:docMk/>
          <pc:sldMk cId="4264512927" sldId="305"/>
        </pc:sldMkLst>
        <pc:spChg chg="mod">
          <ac:chgData name="Matías Benjamín Catalán Contreras" userId="S::mbcatalan@uc.cl::b9a938d5-2c72-4464-a02a-ad02f324af09" providerId="AD" clId="Web-{A297279D-2A31-F7D8-CA07-661B4FB946CE}" dt="2026-05-06T03:04:41.810" v="209" actId="1076"/>
          <ac:spMkLst>
            <pc:docMk/>
            <pc:sldMk cId="4264512927" sldId="305"/>
            <ac:spMk id="10" creationId="{CA5EF5BF-9EED-374D-9C67-B1B2DD94BFF3}"/>
          </ac:spMkLst>
        </pc:spChg>
      </pc:sldChg>
      <pc:sldChg chg="addSp delSp modSp">
        <pc:chgData name="Matías Benjamín Catalán Contreras" userId="S::mbcatalan@uc.cl::b9a938d5-2c72-4464-a02a-ad02f324af09" providerId="AD" clId="Web-{A297279D-2A31-F7D8-CA07-661B4FB946CE}" dt="2026-05-06T03:55:26.560" v="613" actId="20577"/>
        <pc:sldMkLst>
          <pc:docMk/>
          <pc:sldMk cId="487813214" sldId="306"/>
        </pc:sldMkLst>
        <pc:spChg chg="add del">
          <ac:chgData name="Matías Benjamín Catalán Contreras" userId="S::mbcatalan@uc.cl::b9a938d5-2c72-4464-a02a-ad02f324af09" providerId="AD" clId="Web-{A297279D-2A31-F7D8-CA07-661B4FB946CE}" dt="2026-05-06T02:59:35.401" v="99"/>
          <ac:spMkLst>
            <pc:docMk/>
            <pc:sldMk cId="487813214" sldId="306"/>
            <ac:spMk id="2" creationId="{D1981D52-C0AD-A21C-D27D-A4193DA4FEDD}"/>
          </ac:spMkLst>
        </pc:spChg>
        <pc:spChg chg="add mod ord">
          <ac:chgData name="Matías Benjamín Catalán Contreras" userId="S::mbcatalan@uc.cl::b9a938d5-2c72-4464-a02a-ad02f324af09" providerId="AD" clId="Web-{A297279D-2A31-F7D8-CA07-661B4FB946CE}" dt="2026-05-06T03:03:44.648" v="199" actId="14100"/>
          <ac:spMkLst>
            <pc:docMk/>
            <pc:sldMk cId="487813214" sldId="306"/>
            <ac:spMk id="3" creationId="{10B9B468-BFB3-6E44-6C2C-0EF74D8253B4}"/>
          </ac:spMkLst>
        </pc:spChg>
        <pc:spChg chg="add del mod">
          <ac:chgData name="Matías Benjamín Catalán Contreras" userId="S::mbcatalan@uc.cl::b9a938d5-2c72-4464-a02a-ad02f324af09" providerId="AD" clId="Web-{A297279D-2A31-F7D8-CA07-661B4FB946CE}" dt="2026-05-06T03:01:10.312" v="155"/>
          <ac:spMkLst>
            <pc:docMk/>
            <pc:sldMk cId="487813214" sldId="306"/>
            <ac:spMk id="4" creationId="{7CD96103-ACFE-398D-44D3-9D0B28E10E7C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59:23.729" v="96" actId="1076"/>
          <ac:spMkLst>
            <pc:docMk/>
            <pc:sldMk cId="487813214" sldId="306"/>
            <ac:spMk id="5" creationId="{5DC62269-B92D-9897-71CA-0272C8215FDF}"/>
          </ac:spMkLst>
        </pc:spChg>
        <pc:spChg chg="add mod">
          <ac:chgData name="Matías Benjamín Catalán Contreras" userId="S::mbcatalan@uc.cl::b9a938d5-2c72-4464-a02a-ad02f324af09" providerId="AD" clId="Web-{A297279D-2A31-F7D8-CA07-661B4FB946CE}" dt="2026-05-06T03:01:24.549" v="167" actId="1076"/>
          <ac:spMkLst>
            <pc:docMk/>
            <pc:sldMk cId="487813214" sldId="306"/>
            <ac:spMk id="6" creationId="{0357163E-929A-4882-EF31-A252E7CB758E}"/>
          </ac:spMkLst>
        </pc:spChg>
        <pc:spChg chg="add mod">
          <ac:chgData name="Matías Benjamín Catalán Contreras" userId="S::mbcatalan@uc.cl::b9a938d5-2c72-4464-a02a-ad02f324af09" providerId="AD" clId="Web-{A297279D-2A31-F7D8-CA07-661B4FB946CE}" dt="2026-05-06T03:02:24.543" v="192" actId="1076"/>
          <ac:spMkLst>
            <pc:docMk/>
            <pc:sldMk cId="487813214" sldId="306"/>
            <ac:spMk id="7" creationId="{39E36D3E-91E3-00F4-D118-FE55088AB91D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2:55:19.105" v="88" actId="1076"/>
          <ac:spMkLst>
            <pc:docMk/>
            <pc:sldMk cId="487813214" sldId="306"/>
            <ac:spMk id="8" creationId="{BA151362-1238-181D-35A9-A6276C921D39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55:26.560" v="613" actId="20577"/>
          <ac:spMkLst>
            <pc:docMk/>
            <pc:sldMk cId="487813214" sldId="306"/>
            <ac:spMk id="9" creationId="{4ABF3273-05DB-53DF-C923-A6576BF099A1}"/>
          </ac:spMkLst>
        </pc:spChg>
        <pc:spChg chg="add mod">
          <ac:chgData name="Matías Benjamín Catalán Contreras" userId="S::mbcatalan@uc.cl::b9a938d5-2c72-4464-a02a-ad02f324af09" providerId="AD" clId="Web-{A297279D-2A31-F7D8-CA07-661B4FB946CE}" dt="2026-05-06T03:03:00.830" v="198" actId="1076"/>
          <ac:spMkLst>
            <pc:docMk/>
            <pc:sldMk cId="487813214" sldId="306"/>
            <ac:spMk id="12" creationId="{C956174A-2EF2-7039-1848-AC07A1EFBF2E}"/>
          </ac:spMkLst>
        </pc:spChg>
      </pc:sldChg>
      <pc:sldChg chg="addSp modSp">
        <pc:chgData name="Matías Benjamín Catalán Contreras" userId="S::mbcatalan@uc.cl::b9a938d5-2c72-4464-a02a-ad02f324af09" providerId="AD" clId="Web-{A297279D-2A31-F7D8-CA07-661B4FB946CE}" dt="2026-05-06T03:32:17.753" v="365" actId="1076"/>
        <pc:sldMkLst>
          <pc:docMk/>
          <pc:sldMk cId="1003245435" sldId="307"/>
        </pc:sldMkLst>
        <pc:picChg chg="add mod">
          <ac:chgData name="Matías Benjamín Catalán Contreras" userId="S::mbcatalan@uc.cl::b9a938d5-2c72-4464-a02a-ad02f324af09" providerId="AD" clId="Web-{A297279D-2A31-F7D8-CA07-661B4FB946CE}" dt="2026-05-06T03:32:17.753" v="365" actId="1076"/>
          <ac:picMkLst>
            <pc:docMk/>
            <pc:sldMk cId="1003245435" sldId="307"/>
            <ac:picMk id="26" creationId="{D3A93596-F916-015F-CB39-11F874D7BF0E}"/>
          </ac:picMkLst>
        </pc:picChg>
      </pc:sldChg>
      <pc:sldChg chg="addSp delSp modSp">
        <pc:chgData name="Matías Benjamín Catalán Contreras" userId="S::mbcatalan@uc.cl::b9a938d5-2c72-4464-a02a-ad02f324af09" providerId="AD" clId="Web-{A297279D-2A31-F7D8-CA07-661B4FB946CE}" dt="2026-05-06T03:53:44.266" v="611" actId="20577"/>
        <pc:sldMkLst>
          <pc:docMk/>
          <pc:sldMk cId="2102288670" sldId="309"/>
        </pc:sldMkLst>
        <pc:spChg chg="del mod">
          <ac:chgData name="Matías Benjamín Catalán Contreras" userId="S::mbcatalan@uc.cl::b9a938d5-2c72-4464-a02a-ad02f324af09" providerId="AD" clId="Web-{A297279D-2A31-F7D8-CA07-661B4FB946CE}" dt="2026-05-06T03:53:35.890" v="608"/>
          <ac:spMkLst>
            <pc:docMk/>
            <pc:sldMk cId="2102288670" sldId="309"/>
            <ac:spMk id="5" creationId="{9818A339-6416-3093-2FCD-BE6D2A53FFCE}"/>
          </ac:spMkLst>
        </pc:spChg>
        <pc:spChg chg="add del">
          <ac:chgData name="Matías Benjamín Catalán Contreras" userId="S::mbcatalan@uc.cl::b9a938d5-2c72-4464-a02a-ad02f324af09" providerId="AD" clId="Web-{A297279D-2A31-F7D8-CA07-661B4FB946CE}" dt="2026-05-06T03:51:12.593" v="593"/>
          <ac:spMkLst>
            <pc:docMk/>
            <pc:sldMk cId="2102288670" sldId="309"/>
            <ac:spMk id="6" creationId="{03DF3147-48BB-396C-0114-E369917C371B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52:58.993" v="601" actId="1076"/>
          <ac:spMkLst>
            <pc:docMk/>
            <pc:sldMk cId="2102288670" sldId="309"/>
            <ac:spMk id="9" creationId="{917DE161-4F56-4617-BB86-26E8EB3D30A1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52:14.564" v="596" actId="1076"/>
          <ac:spMkLst>
            <pc:docMk/>
            <pc:sldMk cId="2102288670" sldId="309"/>
            <ac:spMk id="10" creationId="{41529D44-8053-402D-9F9F-2DB804BDA42E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52:26.378" v="597" actId="1076"/>
          <ac:spMkLst>
            <pc:docMk/>
            <pc:sldMk cId="2102288670" sldId="309"/>
            <ac:spMk id="11" creationId="{AAC721CB-F79D-4BAF-AD85-4C917431B0CF}"/>
          </ac:spMkLst>
        </pc:spChg>
        <pc:spChg chg="mod">
          <ac:chgData name="Matías Benjamín Catalán Contreras" userId="S::mbcatalan@uc.cl::b9a938d5-2c72-4464-a02a-ad02f324af09" providerId="AD" clId="Web-{A297279D-2A31-F7D8-CA07-661B4FB946CE}" dt="2026-05-06T03:52:51.898" v="600" actId="1076"/>
          <ac:spMkLst>
            <pc:docMk/>
            <pc:sldMk cId="2102288670" sldId="309"/>
            <ac:spMk id="12" creationId="{6FC36C12-949A-F4C7-331C-1612BD88E3E8}"/>
          </ac:spMkLst>
        </pc:spChg>
        <pc:spChg chg="add mod">
          <ac:chgData name="Matías Benjamín Catalán Contreras" userId="S::mbcatalan@uc.cl::b9a938d5-2c72-4464-a02a-ad02f324af09" providerId="AD" clId="Web-{A297279D-2A31-F7D8-CA07-661B4FB946CE}" dt="2026-05-06T03:53:44.266" v="611" actId="20577"/>
          <ac:spMkLst>
            <pc:docMk/>
            <pc:sldMk cId="2102288670" sldId="309"/>
            <ac:spMk id="14" creationId="{A4A86620-34BF-90D0-6A9B-EC57F33901FF}"/>
          </ac:spMkLst>
        </pc:spChg>
        <pc:picChg chg="mod">
          <ac:chgData name="Matías Benjamín Catalán Contreras" userId="S::mbcatalan@uc.cl::b9a938d5-2c72-4464-a02a-ad02f324af09" providerId="AD" clId="Web-{A297279D-2A31-F7D8-CA07-661B4FB946CE}" dt="2026-05-06T03:53:08.182" v="604" actId="1076"/>
          <ac:picMkLst>
            <pc:docMk/>
            <pc:sldMk cId="2102288670" sldId="309"/>
            <ac:picMk id="4" creationId="{EF6B4F79-0D92-6EAD-0604-AFBCF4E0A1BD}"/>
          </ac:picMkLst>
        </pc:picChg>
      </pc:sldChg>
    </pc:docChg>
  </pc:docChgLst>
  <pc:docChgLst>
    <pc:chgData name="Matías Benjamín Catalán Contreras" userId="S::mbcatalan@uc.cl::b9a938d5-2c72-4464-a02a-ad02f324af09" providerId="AD" clId="Web-{0D8632D2-ED19-FB36-C450-956A1E557BFA}"/>
    <pc:docChg chg="modSld">
      <pc:chgData name="Matías Benjamín Catalán Contreras" userId="S::mbcatalan@uc.cl::b9a938d5-2c72-4464-a02a-ad02f324af09" providerId="AD" clId="Web-{0D8632D2-ED19-FB36-C450-956A1E557BFA}" dt="2026-05-05T22:49:53.793" v="1" actId="14100"/>
      <pc:docMkLst>
        <pc:docMk/>
      </pc:docMkLst>
      <pc:sldChg chg="modSp">
        <pc:chgData name="Matías Benjamín Catalán Contreras" userId="S::mbcatalan@uc.cl::b9a938d5-2c72-4464-a02a-ad02f324af09" providerId="AD" clId="Web-{0D8632D2-ED19-FB36-C450-956A1E557BFA}" dt="2026-05-05T22:49:53.793" v="1" actId="14100"/>
        <pc:sldMkLst>
          <pc:docMk/>
          <pc:sldMk cId="0" sldId="256"/>
        </pc:sldMkLst>
        <pc:spChg chg="mod">
          <ac:chgData name="Matías Benjamín Catalán Contreras" userId="S::mbcatalan@uc.cl::b9a938d5-2c72-4464-a02a-ad02f324af09" providerId="AD" clId="Web-{0D8632D2-ED19-FB36-C450-956A1E557BFA}" dt="2026-05-05T22:49:53.793" v="1" actId="14100"/>
          <ac:spMkLst>
            <pc:docMk/>
            <pc:sldMk cId="0" sldId="256"/>
            <ac:spMk id="4" creationId="{00000000-0000-0000-0000-000000000000}"/>
          </ac:spMkLst>
        </pc:spChg>
      </pc:sldChg>
    </pc:docChg>
  </pc:docChgLst>
  <pc:docChgLst>
    <pc:chgData name="Benjamín Alonso Cano Araya" userId="S::benjamincano@uc.cl::154d1958-ca90-4c45-b291-20f49e46324b" providerId="AD" clId="Web-{2CA5BC5D-A552-6680-40E9-D37CE6519EB6}"/>
    <pc:docChg chg="modSld">
      <pc:chgData name="Benjamín Alonso Cano Araya" userId="S::benjamincano@uc.cl::154d1958-ca90-4c45-b291-20f49e46324b" providerId="AD" clId="Web-{2CA5BC5D-A552-6680-40E9-D37CE6519EB6}" dt="2026-05-06T03:54:37.713" v="124" actId="20577"/>
      <pc:docMkLst>
        <pc:docMk/>
      </pc:docMkLst>
      <pc:sldChg chg="addSp delSp">
        <pc:chgData name="Benjamín Alonso Cano Araya" userId="S::benjamincano@uc.cl::154d1958-ca90-4c45-b291-20f49e46324b" providerId="AD" clId="Web-{2CA5BC5D-A552-6680-40E9-D37CE6519EB6}" dt="2026-05-06T01:38:54.570" v="27"/>
        <pc:sldMkLst>
          <pc:docMk/>
          <pc:sldMk cId="1173159724" sldId="269"/>
        </pc:sldMkLst>
        <pc:inkChg chg="add del">
          <ac:chgData name="Benjamín Alonso Cano Araya" userId="S::benjamincano@uc.cl::154d1958-ca90-4c45-b291-20f49e46324b" providerId="AD" clId="Web-{2CA5BC5D-A552-6680-40E9-D37CE6519EB6}" dt="2026-05-06T01:38:54.570" v="27"/>
          <ac:inkMkLst>
            <pc:docMk/>
            <pc:sldMk cId="1173159724" sldId="269"/>
            <ac:inkMk id="26" creationId="{5E1FCEF7-BEAD-F522-BD78-D59C35FD26A5}"/>
          </ac:inkMkLst>
        </pc:inkChg>
        <pc:inkChg chg="add del">
          <ac:chgData name="Benjamín Alonso Cano Araya" userId="S::benjamincano@uc.cl::154d1958-ca90-4c45-b291-20f49e46324b" providerId="AD" clId="Web-{2CA5BC5D-A552-6680-40E9-D37CE6519EB6}" dt="2026-05-06T01:38:54.570" v="26"/>
          <ac:inkMkLst>
            <pc:docMk/>
            <pc:sldMk cId="1173159724" sldId="269"/>
            <ac:inkMk id="27" creationId="{F15A9229-4534-8D27-D670-B701B2DF9EC9}"/>
          </ac:inkMkLst>
        </pc:inkChg>
        <pc:inkChg chg="add del">
          <ac:chgData name="Benjamín Alonso Cano Araya" userId="S::benjamincano@uc.cl::154d1958-ca90-4c45-b291-20f49e46324b" providerId="AD" clId="Web-{2CA5BC5D-A552-6680-40E9-D37CE6519EB6}" dt="2026-05-06T01:38:54.570" v="25"/>
          <ac:inkMkLst>
            <pc:docMk/>
            <pc:sldMk cId="1173159724" sldId="269"/>
            <ac:inkMk id="28" creationId="{AFD8FD08-5223-F216-B6D4-181FD4707522}"/>
          </ac:inkMkLst>
        </pc:inkChg>
      </pc:sldChg>
      <pc:sldChg chg="addSp">
        <pc:chgData name="Benjamín Alonso Cano Araya" userId="S::benjamincano@uc.cl::154d1958-ca90-4c45-b291-20f49e46324b" providerId="AD" clId="Web-{2CA5BC5D-A552-6680-40E9-D37CE6519EB6}" dt="2026-05-06T01:35:25.608" v="21"/>
        <pc:sldMkLst>
          <pc:docMk/>
          <pc:sldMk cId="4094971859" sldId="273"/>
        </pc:sldMkLst>
        <pc:inkChg chg="add">
          <ac:chgData name="Benjamín Alonso Cano Araya" userId="S::benjamincano@uc.cl::154d1958-ca90-4c45-b291-20f49e46324b" providerId="AD" clId="Web-{2CA5BC5D-A552-6680-40E9-D37CE6519EB6}" dt="2026-05-06T01:35:25.608" v="21"/>
          <ac:inkMkLst>
            <pc:docMk/>
            <pc:sldMk cId="4094971859" sldId="273"/>
            <ac:inkMk id="17" creationId="{19076C15-895B-DAB2-5CF5-DCBF65267088}"/>
          </ac:inkMkLst>
        </pc:inkChg>
      </pc:sldChg>
      <pc:sldChg chg="modSp">
        <pc:chgData name="Benjamín Alonso Cano Araya" userId="S::benjamincano@uc.cl::154d1958-ca90-4c45-b291-20f49e46324b" providerId="AD" clId="Web-{2CA5BC5D-A552-6680-40E9-D37CE6519EB6}" dt="2026-05-06T01:42:07.674" v="38" actId="20577"/>
        <pc:sldMkLst>
          <pc:docMk/>
          <pc:sldMk cId="2706576905" sldId="276"/>
        </pc:sldMkLst>
        <pc:spChg chg="mod">
          <ac:chgData name="Benjamín Alonso Cano Araya" userId="S::benjamincano@uc.cl::154d1958-ca90-4c45-b291-20f49e46324b" providerId="AD" clId="Web-{2CA5BC5D-A552-6680-40E9-D37CE6519EB6}" dt="2026-05-06T01:42:07.674" v="38" actId="20577"/>
          <ac:spMkLst>
            <pc:docMk/>
            <pc:sldMk cId="2706576905" sldId="276"/>
            <ac:spMk id="6" creationId="{00000000-0000-0000-0000-000000000000}"/>
          </ac:spMkLst>
        </pc:spChg>
      </pc:sldChg>
      <pc:sldChg chg="addSp delSp">
        <pc:chgData name="Benjamín Alonso Cano Araya" userId="S::benjamincano@uc.cl::154d1958-ca90-4c45-b291-20f49e46324b" providerId="AD" clId="Web-{2CA5BC5D-A552-6680-40E9-D37CE6519EB6}" dt="2026-05-06T01:32:27.108" v="20"/>
        <pc:sldMkLst>
          <pc:docMk/>
          <pc:sldMk cId="3715028423" sldId="278"/>
        </pc:sldMkLst>
        <pc:inkChg chg="add del">
          <ac:chgData name="Benjamín Alonso Cano Araya" userId="S::benjamincano@uc.cl::154d1958-ca90-4c45-b291-20f49e46324b" providerId="AD" clId="Web-{2CA5BC5D-A552-6680-40E9-D37CE6519EB6}" dt="2026-05-06T01:30:41.017" v="1"/>
          <ac:inkMkLst>
            <pc:docMk/>
            <pc:sldMk cId="3715028423" sldId="278"/>
            <ac:inkMk id="8" creationId="{AC12F7E8-DC8E-70B7-FE94-B25F85EFC89B}"/>
          </ac:inkMkLst>
        </pc:inkChg>
        <pc:inkChg chg="add del">
          <ac:chgData name="Benjamín Alonso Cano Araya" userId="S::benjamincano@uc.cl::154d1958-ca90-4c45-b291-20f49e46324b" providerId="AD" clId="Web-{2CA5BC5D-A552-6680-40E9-D37CE6519EB6}" dt="2026-05-06T01:30:53.613" v="3"/>
          <ac:inkMkLst>
            <pc:docMk/>
            <pc:sldMk cId="3715028423" sldId="278"/>
            <ac:inkMk id="9" creationId="{84C7CDCB-89E0-B11B-ECBE-201FA677C995}"/>
          </ac:inkMkLst>
        </pc:inkChg>
        <pc:inkChg chg="add del">
          <ac:chgData name="Benjamín Alonso Cano Araya" userId="S::benjamincano@uc.cl::154d1958-ca90-4c45-b291-20f49e46324b" providerId="AD" clId="Web-{2CA5BC5D-A552-6680-40E9-D37CE6519EB6}" dt="2026-05-06T01:31:16.584" v="5"/>
          <ac:inkMkLst>
            <pc:docMk/>
            <pc:sldMk cId="3715028423" sldId="278"/>
            <ac:inkMk id="10" creationId="{30492E20-AA37-1FB7-D669-79E67A1EFB0A}"/>
          </ac:inkMkLst>
        </pc:inkChg>
        <pc:inkChg chg="add del">
          <ac:chgData name="Benjamín Alonso Cano Araya" userId="S::benjamincano@uc.cl::154d1958-ca90-4c45-b291-20f49e46324b" providerId="AD" clId="Web-{2CA5BC5D-A552-6680-40E9-D37CE6519EB6}" dt="2026-05-06T01:31:27.336" v="7"/>
          <ac:inkMkLst>
            <pc:docMk/>
            <pc:sldMk cId="3715028423" sldId="278"/>
            <ac:inkMk id="11" creationId="{91DCE326-4AE8-D808-7B25-2202809BDCB7}"/>
          </ac:inkMkLst>
        </pc:inkChg>
        <pc:inkChg chg="add del">
          <ac:chgData name="Benjamín Alonso Cano Araya" userId="S::benjamincano@uc.cl::154d1958-ca90-4c45-b291-20f49e46324b" providerId="AD" clId="Web-{2CA5BC5D-A552-6680-40E9-D37CE6519EB6}" dt="2026-05-06T01:31:46.072" v="11"/>
          <ac:inkMkLst>
            <pc:docMk/>
            <pc:sldMk cId="3715028423" sldId="278"/>
            <ac:inkMk id="12" creationId="{85C5FBFF-FE9D-5CAC-8DA6-3815EBBDDB52}"/>
          </ac:inkMkLst>
        </pc:inkChg>
        <pc:inkChg chg="add del">
          <ac:chgData name="Benjamín Alonso Cano Araya" userId="S::benjamincano@uc.cl::154d1958-ca90-4c45-b291-20f49e46324b" providerId="AD" clId="Web-{2CA5BC5D-A552-6680-40E9-D37CE6519EB6}" dt="2026-05-06T01:31:45.650" v="10"/>
          <ac:inkMkLst>
            <pc:docMk/>
            <pc:sldMk cId="3715028423" sldId="278"/>
            <ac:inkMk id="13" creationId="{0B5B3269-B5B5-9DF1-D040-6F03622A25C8}"/>
          </ac:inkMkLst>
        </pc:inkChg>
        <pc:inkChg chg="add del">
          <ac:chgData name="Benjamín Alonso Cano Araya" userId="S::benjamincano@uc.cl::154d1958-ca90-4c45-b291-20f49e46324b" providerId="AD" clId="Web-{2CA5BC5D-A552-6680-40E9-D37CE6519EB6}" dt="2026-05-06T01:32:10.153" v="17"/>
          <ac:inkMkLst>
            <pc:docMk/>
            <pc:sldMk cId="3715028423" sldId="278"/>
            <ac:inkMk id="14" creationId="{F9D28F7D-010E-8ED2-B740-0A89B27F1BA2}"/>
          </ac:inkMkLst>
        </pc:inkChg>
        <pc:inkChg chg="add del">
          <ac:chgData name="Benjamín Alonso Cano Araya" userId="S::benjamincano@uc.cl::154d1958-ca90-4c45-b291-20f49e46324b" providerId="AD" clId="Web-{2CA5BC5D-A552-6680-40E9-D37CE6519EB6}" dt="2026-05-06T01:32:09.450" v="16"/>
          <ac:inkMkLst>
            <pc:docMk/>
            <pc:sldMk cId="3715028423" sldId="278"/>
            <ac:inkMk id="15" creationId="{5FD908E7-929C-F84E-A80C-94D12F0A4060}"/>
          </ac:inkMkLst>
        </pc:inkChg>
        <pc:inkChg chg="add del">
          <ac:chgData name="Benjamín Alonso Cano Araya" userId="S::benjamincano@uc.cl::154d1958-ca90-4c45-b291-20f49e46324b" providerId="AD" clId="Web-{2CA5BC5D-A552-6680-40E9-D37CE6519EB6}" dt="2026-05-06T01:32:09.106" v="15"/>
          <ac:inkMkLst>
            <pc:docMk/>
            <pc:sldMk cId="3715028423" sldId="278"/>
            <ac:inkMk id="16" creationId="{21AF8D9D-C864-A345-01DA-620414A926DD}"/>
          </ac:inkMkLst>
        </pc:inkChg>
        <pc:inkChg chg="add del">
          <ac:chgData name="Benjamín Alonso Cano Araya" userId="S::benjamincano@uc.cl::154d1958-ca90-4c45-b291-20f49e46324b" providerId="AD" clId="Web-{2CA5BC5D-A552-6680-40E9-D37CE6519EB6}" dt="2026-05-06T01:32:15.685" v="19"/>
          <ac:inkMkLst>
            <pc:docMk/>
            <pc:sldMk cId="3715028423" sldId="278"/>
            <ac:inkMk id="17" creationId="{B178CF11-C3B1-83A0-71ED-3C22160E4BDE}"/>
          </ac:inkMkLst>
        </pc:inkChg>
        <pc:inkChg chg="add">
          <ac:chgData name="Benjamín Alonso Cano Araya" userId="S::benjamincano@uc.cl::154d1958-ca90-4c45-b291-20f49e46324b" providerId="AD" clId="Web-{2CA5BC5D-A552-6680-40E9-D37CE6519EB6}" dt="2026-05-06T01:32:27.108" v="20"/>
          <ac:inkMkLst>
            <pc:docMk/>
            <pc:sldMk cId="3715028423" sldId="278"/>
            <ac:inkMk id="18" creationId="{6914C74E-32F7-2DEA-C163-600C25480AB1}"/>
          </ac:inkMkLst>
        </pc:inkChg>
      </pc:sldChg>
      <pc:sldChg chg="addSp delSp modSp">
        <pc:chgData name="Benjamín Alonso Cano Araya" userId="S::benjamincano@uc.cl::154d1958-ca90-4c45-b291-20f49e46324b" providerId="AD" clId="Web-{2CA5BC5D-A552-6680-40E9-D37CE6519EB6}" dt="2026-05-06T03:43:13.021" v="71" actId="20577"/>
        <pc:sldMkLst>
          <pc:docMk/>
          <pc:sldMk cId="800500832" sldId="288"/>
        </pc:sldMkLst>
        <pc:spChg chg="add del mod">
          <ac:chgData name="Benjamín Alonso Cano Araya" userId="S::benjamincano@uc.cl::154d1958-ca90-4c45-b291-20f49e46324b" providerId="AD" clId="Web-{2CA5BC5D-A552-6680-40E9-D37CE6519EB6}" dt="2026-05-06T03:43:13.021" v="71" actId="20577"/>
          <ac:spMkLst>
            <pc:docMk/>
            <pc:sldMk cId="800500832" sldId="288"/>
            <ac:spMk id="21" creationId="{00000000-0000-0000-0000-000000000000}"/>
          </ac:spMkLst>
        </pc:spChg>
      </pc:sldChg>
      <pc:sldChg chg="modSp">
        <pc:chgData name="Benjamín Alonso Cano Araya" userId="S::benjamincano@uc.cl::154d1958-ca90-4c45-b291-20f49e46324b" providerId="AD" clId="Web-{2CA5BC5D-A552-6680-40E9-D37CE6519EB6}" dt="2026-05-06T03:53:59.568" v="115" actId="20577"/>
        <pc:sldMkLst>
          <pc:docMk/>
          <pc:sldMk cId="2608948689" sldId="289"/>
        </pc:sldMkLst>
        <pc:spChg chg="mod">
          <ac:chgData name="Benjamín Alonso Cano Araya" userId="S::benjamincano@uc.cl::154d1958-ca90-4c45-b291-20f49e46324b" providerId="AD" clId="Web-{2CA5BC5D-A552-6680-40E9-D37CE6519EB6}" dt="2026-05-06T03:53:59.568" v="115" actId="20577"/>
          <ac:spMkLst>
            <pc:docMk/>
            <pc:sldMk cId="2608948689" sldId="289"/>
            <ac:spMk id="7" creationId="{00000000-0000-0000-0000-000000000000}"/>
          </ac:spMkLst>
        </pc:spChg>
      </pc:sldChg>
      <pc:sldChg chg="addSp delSp modSp">
        <pc:chgData name="Benjamín Alonso Cano Araya" userId="S::benjamincano@uc.cl::154d1958-ca90-4c45-b291-20f49e46324b" providerId="AD" clId="Web-{2CA5BC5D-A552-6680-40E9-D37CE6519EB6}" dt="2026-05-06T03:54:05.475" v="116" actId="20577"/>
        <pc:sldMkLst>
          <pc:docMk/>
          <pc:sldMk cId="2295742162" sldId="290"/>
        </pc:sldMkLst>
        <pc:spChg chg="add del mod">
          <ac:chgData name="Benjamín Alonso Cano Araya" userId="S::benjamincano@uc.cl::154d1958-ca90-4c45-b291-20f49e46324b" providerId="AD" clId="Web-{2CA5BC5D-A552-6680-40E9-D37CE6519EB6}" dt="2026-05-06T03:54:05.475" v="116" actId="20577"/>
          <ac:spMkLst>
            <pc:docMk/>
            <pc:sldMk cId="2295742162" sldId="290"/>
            <ac:spMk id="20" creationId="{00000000-0000-0000-0000-000000000000}"/>
          </ac:spMkLst>
        </pc:spChg>
      </pc:sldChg>
      <pc:sldChg chg="addSp delSp modSp">
        <pc:chgData name="Benjamín Alonso Cano Araya" userId="S::benjamincano@uc.cl::154d1958-ca90-4c45-b291-20f49e46324b" providerId="AD" clId="Web-{2CA5BC5D-A552-6680-40E9-D37CE6519EB6}" dt="2026-05-06T03:54:12.991" v="119" actId="20577"/>
        <pc:sldMkLst>
          <pc:docMk/>
          <pc:sldMk cId="3758105229" sldId="291"/>
        </pc:sldMkLst>
        <pc:spChg chg="add del mod">
          <ac:chgData name="Benjamín Alonso Cano Araya" userId="S::benjamincano@uc.cl::154d1958-ca90-4c45-b291-20f49e46324b" providerId="AD" clId="Web-{2CA5BC5D-A552-6680-40E9-D37CE6519EB6}" dt="2026-05-06T03:54:12.991" v="119" actId="20577"/>
          <ac:spMkLst>
            <pc:docMk/>
            <pc:sldMk cId="3758105229" sldId="291"/>
            <ac:spMk id="6" creationId="{00000000-0000-0000-0000-000000000000}"/>
          </ac:spMkLst>
        </pc:spChg>
        <pc:picChg chg="del">
          <ac:chgData name="Benjamín Alonso Cano Araya" userId="S::benjamincano@uc.cl::154d1958-ca90-4c45-b291-20f49e46324b" providerId="AD" clId="Web-{2CA5BC5D-A552-6680-40E9-D37CE6519EB6}" dt="2026-05-06T02:58:46.002" v="39"/>
          <ac:picMkLst>
            <pc:docMk/>
            <pc:sldMk cId="3758105229" sldId="291"/>
            <ac:picMk id="7" creationId="{16BAA53F-73C4-555E-9B50-D575E92F3862}"/>
          </ac:picMkLst>
        </pc:picChg>
        <pc:picChg chg="add mod">
          <ac:chgData name="Benjamín Alonso Cano Araya" userId="S::benjamincano@uc.cl::154d1958-ca90-4c45-b291-20f49e46324b" providerId="AD" clId="Web-{2CA5BC5D-A552-6680-40E9-D37CE6519EB6}" dt="2026-05-06T02:59:50.552" v="47" actId="14100"/>
          <ac:picMkLst>
            <pc:docMk/>
            <pc:sldMk cId="3758105229" sldId="291"/>
            <ac:picMk id="8" creationId="{DAB3FB8E-6B84-ACDF-1750-E1D3F1AC623A}"/>
          </ac:picMkLst>
        </pc:picChg>
      </pc:sldChg>
      <pc:sldChg chg="modSp">
        <pc:chgData name="Benjamín Alonso Cano Araya" userId="S::benjamincano@uc.cl::154d1958-ca90-4c45-b291-20f49e46324b" providerId="AD" clId="Web-{2CA5BC5D-A552-6680-40E9-D37CE6519EB6}" dt="2026-05-06T03:54:21.805" v="122" actId="20577"/>
        <pc:sldMkLst>
          <pc:docMk/>
          <pc:sldMk cId="3308353349" sldId="292"/>
        </pc:sldMkLst>
        <pc:spChg chg="mod">
          <ac:chgData name="Benjamín Alonso Cano Araya" userId="S::benjamincano@uc.cl::154d1958-ca90-4c45-b291-20f49e46324b" providerId="AD" clId="Web-{2CA5BC5D-A552-6680-40E9-D37CE6519EB6}" dt="2026-05-06T03:54:21.805" v="122" actId="20577"/>
          <ac:spMkLst>
            <pc:docMk/>
            <pc:sldMk cId="3308353349" sldId="292"/>
            <ac:spMk id="13" creationId="{00000000-0000-0000-0000-000000000000}"/>
          </ac:spMkLst>
        </pc:spChg>
      </pc:sldChg>
      <pc:sldChg chg="modSp">
        <pc:chgData name="Benjamín Alonso Cano Araya" userId="S::benjamincano@uc.cl::154d1958-ca90-4c45-b291-20f49e46324b" providerId="AD" clId="Web-{2CA5BC5D-A552-6680-40E9-D37CE6519EB6}" dt="2026-05-06T03:54:29.478" v="123" actId="20577"/>
        <pc:sldMkLst>
          <pc:docMk/>
          <pc:sldMk cId="4091911978" sldId="293"/>
        </pc:sldMkLst>
        <pc:spChg chg="mod">
          <ac:chgData name="Benjamín Alonso Cano Araya" userId="S::benjamincano@uc.cl::154d1958-ca90-4c45-b291-20f49e46324b" providerId="AD" clId="Web-{2CA5BC5D-A552-6680-40E9-D37CE6519EB6}" dt="2026-05-06T03:54:29.478" v="123" actId="20577"/>
          <ac:spMkLst>
            <pc:docMk/>
            <pc:sldMk cId="4091911978" sldId="293"/>
            <ac:spMk id="12" creationId="{00000000-0000-0000-0000-000000000000}"/>
          </ac:spMkLst>
        </pc:spChg>
      </pc:sldChg>
      <pc:sldChg chg="modSp">
        <pc:chgData name="Benjamín Alonso Cano Araya" userId="S::benjamincano@uc.cl::154d1958-ca90-4c45-b291-20f49e46324b" providerId="AD" clId="Web-{2CA5BC5D-A552-6680-40E9-D37CE6519EB6}" dt="2026-05-06T03:54:37.713" v="124" actId="20577"/>
        <pc:sldMkLst>
          <pc:docMk/>
          <pc:sldMk cId="2951136892" sldId="294"/>
        </pc:sldMkLst>
        <pc:spChg chg="mod">
          <ac:chgData name="Benjamín Alonso Cano Araya" userId="S::benjamincano@uc.cl::154d1958-ca90-4c45-b291-20f49e46324b" providerId="AD" clId="Web-{2CA5BC5D-A552-6680-40E9-D37CE6519EB6}" dt="2026-05-06T03:54:37.713" v="124" actId="20577"/>
          <ac:spMkLst>
            <pc:docMk/>
            <pc:sldMk cId="2951136892" sldId="294"/>
            <ac:spMk id="5" creationId="{00000000-0000-0000-0000-000000000000}"/>
          </ac:spMkLst>
        </pc:spChg>
      </pc:sldChg>
      <pc:sldChg chg="modSp">
        <pc:chgData name="Benjamín Alonso Cano Araya" userId="S::benjamincano@uc.cl::154d1958-ca90-4c45-b291-20f49e46324b" providerId="AD" clId="Web-{2CA5BC5D-A552-6680-40E9-D37CE6519EB6}" dt="2026-05-06T03:42:26.503" v="53" actId="20577"/>
        <pc:sldMkLst>
          <pc:docMk/>
          <pc:sldMk cId="2987572023" sldId="295"/>
        </pc:sldMkLst>
        <pc:spChg chg="mod">
          <ac:chgData name="Benjamín Alonso Cano Araya" userId="S::benjamincano@uc.cl::154d1958-ca90-4c45-b291-20f49e46324b" providerId="AD" clId="Web-{2CA5BC5D-A552-6680-40E9-D37CE6519EB6}" dt="2026-05-06T03:42:26.503" v="53" actId="20577"/>
          <ac:spMkLst>
            <pc:docMk/>
            <pc:sldMk cId="2987572023" sldId="295"/>
            <ac:spMk id="12" creationId="{00000000-0000-0000-0000-000000000000}"/>
          </ac:spMkLst>
        </pc:spChg>
      </pc:sldChg>
      <pc:sldChg chg="addSp delSp modSp">
        <pc:chgData name="Benjamín Alonso Cano Araya" userId="S::benjamincano@uc.cl::154d1958-ca90-4c45-b291-20f49e46324b" providerId="AD" clId="Web-{2CA5BC5D-A552-6680-40E9-D37CE6519EB6}" dt="2026-05-06T03:53:20.954" v="114" actId="20577"/>
        <pc:sldMkLst>
          <pc:docMk/>
          <pc:sldMk cId="1830765870" sldId="299"/>
        </pc:sldMkLst>
        <pc:spChg chg="add del mod">
          <ac:chgData name="Benjamín Alonso Cano Araya" userId="S::benjamincano@uc.cl::154d1958-ca90-4c45-b291-20f49e46324b" providerId="AD" clId="Web-{2CA5BC5D-A552-6680-40E9-D37CE6519EB6}" dt="2026-05-06T03:52:55.200" v="109"/>
          <ac:spMkLst>
            <pc:docMk/>
            <pc:sldMk cId="1830765870" sldId="299"/>
            <ac:spMk id="4" creationId="{461804A6-D4D8-0E98-1862-AFDEF55E1BCF}"/>
          </ac:spMkLst>
        </pc:spChg>
        <pc:spChg chg="add del">
          <ac:chgData name="Benjamín Alonso Cano Araya" userId="S::benjamincano@uc.cl::154d1958-ca90-4c45-b291-20f49e46324b" providerId="AD" clId="Web-{2CA5BC5D-A552-6680-40E9-D37CE6519EB6}" dt="2026-05-06T03:53:15.437" v="111"/>
          <ac:spMkLst>
            <pc:docMk/>
            <pc:sldMk cId="1830765870" sldId="299"/>
            <ac:spMk id="6" creationId="{009E5E6D-C80F-D1C0-149A-1A9E30531E52}"/>
          </ac:spMkLst>
        </pc:spChg>
        <pc:spChg chg="add mod">
          <ac:chgData name="Benjamín Alonso Cano Araya" userId="S::benjamincano@uc.cl::154d1958-ca90-4c45-b291-20f49e46324b" providerId="AD" clId="Web-{2CA5BC5D-A552-6680-40E9-D37CE6519EB6}" dt="2026-05-06T03:53:20.954" v="114" actId="20577"/>
          <ac:spMkLst>
            <pc:docMk/>
            <pc:sldMk cId="1830765870" sldId="299"/>
            <ac:spMk id="8" creationId="{F795338F-C6E5-50FF-38CB-A5ADD065939C}"/>
          </ac:spMkLst>
        </pc:spChg>
        <pc:spChg chg="mod">
          <ac:chgData name="Benjamín Alonso Cano Araya" userId="S::benjamincano@uc.cl::154d1958-ca90-4c45-b291-20f49e46324b" providerId="AD" clId="Web-{2CA5BC5D-A552-6680-40E9-D37CE6519EB6}" dt="2026-05-06T03:43:17.537" v="72" actId="20577"/>
          <ac:spMkLst>
            <pc:docMk/>
            <pc:sldMk cId="1830765870" sldId="299"/>
            <ac:spMk id="21" creationId="{00000000-0000-0000-0000-000000000000}"/>
          </ac:spMkLst>
        </pc:spChg>
        <pc:spChg chg="mod">
          <ac:chgData name="Benjamín Alonso Cano Araya" userId="S::benjamincano@uc.cl::154d1958-ca90-4c45-b291-20f49e46324b" providerId="AD" clId="Web-{2CA5BC5D-A552-6680-40E9-D37CE6519EB6}" dt="2026-05-06T03:46:51.123" v="105" actId="20577"/>
          <ac:spMkLst>
            <pc:docMk/>
            <pc:sldMk cId="1830765870" sldId="299"/>
            <ac:spMk id="34" creationId="{8EAF0F87-A169-4802-983E-D2F32FCFA452}"/>
          </ac:spMkLst>
        </pc:spChg>
      </pc:sldChg>
      <pc:sldChg chg="modSp">
        <pc:chgData name="Benjamín Alonso Cano Araya" userId="S::benjamincano@uc.cl::154d1958-ca90-4c45-b291-20f49e46324b" providerId="AD" clId="Web-{2CA5BC5D-A552-6680-40E9-D37CE6519EB6}" dt="2026-05-06T03:42:31.034" v="55" actId="20577"/>
        <pc:sldMkLst>
          <pc:docMk/>
          <pc:sldMk cId="88797672" sldId="302"/>
        </pc:sldMkLst>
        <pc:spChg chg="mod">
          <ac:chgData name="Benjamín Alonso Cano Araya" userId="S::benjamincano@uc.cl::154d1958-ca90-4c45-b291-20f49e46324b" providerId="AD" clId="Web-{2CA5BC5D-A552-6680-40E9-D37CE6519EB6}" dt="2026-05-06T03:42:31.034" v="55" actId="20577"/>
          <ac:spMkLst>
            <pc:docMk/>
            <pc:sldMk cId="88797672" sldId="302"/>
            <ac:spMk id="12" creationId="{00000000-0000-0000-0000-000000000000}"/>
          </ac:spMkLst>
        </pc:spChg>
      </pc:sldChg>
      <pc:sldChg chg="modSp">
        <pc:chgData name="Benjamín Alonso Cano Araya" userId="S::benjamincano@uc.cl::154d1958-ca90-4c45-b291-20f49e46324b" providerId="AD" clId="Web-{2CA5BC5D-A552-6680-40E9-D37CE6519EB6}" dt="2026-05-06T03:42:44.050" v="61" actId="20577"/>
        <pc:sldMkLst>
          <pc:docMk/>
          <pc:sldMk cId="1127729573" sldId="303"/>
        </pc:sldMkLst>
        <pc:spChg chg="mod">
          <ac:chgData name="Benjamín Alonso Cano Araya" userId="S::benjamincano@uc.cl::154d1958-ca90-4c45-b291-20f49e46324b" providerId="AD" clId="Web-{2CA5BC5D-A552-6680-40E9-D37CE6519EB6}" dt="2026-05-06T03:42:44.050" v="61" actId="20577"/>
          <ac:spMkLst>
            <pc:docMk/>
            <pc:sldMk cId="1127729573" sldId="303"/>
            <ac:spMk id="12" creationId="{00000000-0000-0000-0000-000000000000}"/>
          </ac:spMkLst>
        </pc:spChg>
      </pc:sldChg>
      <pc:sldChg chg="addSp delSp modSp">
        <pc:chgData name="Benjamín Alonso Cano Araya" userId="S::benjamincano@uc.cl::154d1958-ca90-4c45-b291-20f49e46324b" providerId="AD" clId="Web-{2CA5BC5D-A552-6680-40E9-D37CE6519EB6}" dt="2026-05-06T03:42:40.128" v="59" actId="20577"/>
        <pc:sldMkLst>
          <pc:docMk/>
          <pc:sldMk cId="1816202358" sldId="304"/>
        </pc:sldMkLst>
        <pc:spChg chg="add del mod">
          <ac:chgData name="Benjamín Alonso Cano Araya" userId="S::benjamincano@uc.cl::154d1958-ca90-4c45-b291-20f49e46324b" providerId="AD" clId="Web-{2CA5BC5D-A552-6680-40E9-D37CE6519EB6}" dt="2026-05-06T03:42:40.128" v="59" actId="20577"/>
          <ac:spMkLst>
            <pc:docMk/>
            <pc:sldMk cId="1816202358" sldId="304"/>
            <ac:spMk id="12" creationId="{438C8523-2563-98E1-709C-6B82F8C6DF04}"/>
          </ac:spMkLst>
        </pc:spChg>
      </pc:sldChg>
      <pc:sldChg chg="modSp">
        <pc:chgData name="Benjamín Alonso Cano Araya" userId="S::benjamincano@uc.cl::154d1958-ca90-4c45-b291-20f49e46324b" providerId="AD" clId="Web-{2CA5BC5D-A552-6680-40E9-D37CE6519EB6}" dt="2026-05-06T03:42:49.395" v="63" actId="20577"/>
        <pc:sldMkLst>
          <pc:docMk/>
          <pc:sldMk cId="4264512927" sldId="305"/>
        </pc:sldMkLst>
        <pc:spChg chg="mod">
          <ac:chgData name="Benjamín Alonso Cano Araya" userId="S::benjamincano@uc.cl::154d1958-ca90-4c45-b291-20f49e46324b" providerId="AD" clId="Web-{2CA5BC5D-A552-6680-40E9-D37CE6519EB6}" dt="2026-05-06T03:42:49.395" v="63" actId="20577"/>
          <ac:spMkLst>
            <pc:docMk/>
            <pc:sldMk cId="4264512927" sldId="305"/>
            <ac:spMk id="10" creationId="{CA5EF5BF-9EED-374D-9C67-B1B2DD94BFF3}"/>
          </ac:spMkLst>
        </pc:spChg>
      </pc:sldChg>
      <pc:sldChg chg="modSp">
        <pc:chgData name="Benjamín Alonso Cano Araya" userId="S::benjamincano@uc.cl::154d1958-ca90-4c45-b291-20f49e46324b" providerId="AD" clId="Web-{2CA5BC5D-A552-6680-40E9-D37CE6519EB6}" dt="2026-05-06T03:42:55.661" v="65" actId="20577"/>
        <pc:sldMkLst>
          <pc:docMk/>
          <pc:sldMk cId="487813214" sldId="306"/>
        </pc:sldMkLst>
        <pc:spChg chg="mod">
          <ac:chgData name="Benjamín Alonso Cano Araya" userId="S::benjamincano@uc.cl::154d1958-ca90-4c45-b291-20f49e46324b" providerId="AD" clId="Web-{2CA5BC5D-A552-6680-40E9-D37CE6519EB6}" dt="2026-05-06T03:42:55.661" v="65" actId="20577"/>
          <ac:spMkLst>
            <pc:docMk/>
            <pc:sldMk cId="487813214" sldId="306"/>
            <ac:spMk id="10" creationId="{6C07F8F0-5F3E-B864-551D-142F1C6FE8F6}"/>
          </ac:spMkLst>
        </pc:spChg>
      </pc:sldChg>
      <pc:sldChg chg="modSp">
        <pc:chgData name="Benjamín Alonso Cano Araya" userId="S::benjamincano@uc.cl::154d1958-ca90-4c45-b291-20f49e46324b" providerId="AD" clId="Web-{2CA5BC5D-A552-6680-40E9-D37CE6519EB6}" dt="2026-05-06T03:42:20.955" v="51" actId="20577"/>
        <pc:sldMkLst>
          <pc:docMk/>
          <pc:sldMk cId="1003245435" sldId="307"/>
        </pc:sldMkLst>
        <pc:spChg chg="mod">
          <ac:chgData name="Benjamín Alonso Cano Araya" userId="S::benjamincano@uc.cl::154d1958-ca90-4c45-b291-20f49e46324b" providerId="AD" clId="Web-{2CA5BC5D-A552-6680-40E9-D37CE6519EB6}" dt="2026-05-06T03:42:20.955" v="51" actId="20577"/>
          <ac:spMkLst>
            <pc:docMk/>
            <pc:sldMk cId="1003245435" sldId="307"/>
            <ac:spMk id="25" creationId="{937ACA9A-B11B-4412-8EFF-EECA2123DA1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2375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CL" sz="1200"/>
              <a:t>PORTADA — Tiempo: ~30 </a:t>
            </a:r>
            <a:r>
              <a:rPr lang="es-CL" sz="1200" err="1"/>
              <a:t>seg</a:t>
            </a:r>
            <a:r>
              <a:rPr lang="es-CL" sz="1200"/>
              <a:t> | Criterio: </a:t>
            </a:r>
            <a:r>
              <a:rPr lang="es-CL" sz="1200" err="1"/>
              <a:t>Descripcion</a:t>
            </a:r>
            <a:r>
              <a:rPr lang="es-CL" sz="1200"/>
              <a:t> del problema (apertura)</a:t>
            </a:r>
          </a:p>
          <a:p>
            <a:pPr>
              <a:buNone/>
            </a:pPr>
            <a:r>
              <a:rPr lang="es-CL" sz="1200"/>
              <a:t>Presentarse: 'Somos el Grupo 13 de ICS2122. Presentamos la Entrega 2 del sistema </a:t>
            </a:r>
            <a:r>
              <a:rPr lang="es-CL" sz="1200" err="1"/>
              <a:t>recomendador</a:t>
            </a:r>
            <a:r>
              <a:rPr lang="es-CL" sz="1200"/>
              <a:t> de portafolios </a:t>
            </a:r>
            <a:r>
              <a:rPr lang="es-CL" sz="1200" err="1"/>
              <a:t>FinPUC</a:t>
            </a:r>
            <a:r>
              <a:rPr lang="es-CL" sz="1200"/>
              <a:t>, centrado en la </a:t>
            </a:r>
            <a:r>
              <a:rPr lang="es-CL" sz="1200" err="1"/>
              <a:t>implementacion</a:t>
            </a:r>
            <a:r>
              <a:rPr lang="es-CL" sz="1200"/>
              <a:t> completa del modelo de Markowitz con </a:t>
            </a:r>
            <a:r>
              <a:rPr lang="es-CL" sz="1200" err="1"/>
              <a:t>validacion</a:t>
            </a:r>
            <a:r>
              <a:rPr lang="es-CL" sz="1200"/>
              <a:t> robusta fuera de muestra.'</a:t>
            </a:r>
          </a:p>
          <a:p>
            <a:pPr>
              <a:buNone/>
            </a:pPr>
            <a:r>
              <a:rPr lang="es-CL" sz="1200"/>
              <a:t>Mencionar que la </a:t>
            </a:r>
            <a:r>
              <a:rPr lang="es-CL" sz="1200" err="1"/>
              <a:t>presentacion</a:t>
            </a:r>
            <a:r>
              <a:rPr lang="es-CL" sz="1200"/>
              <a:t> dura 10 minutos exactos — ir directo al grano, sin leer diapositivas.</a:t>
            </a:r>
          </a:p>
          <a:p>
            <a:pPr>
              <a:buNone/>
            </a:pPr>
            <a:r>
              <a:rPr lang="es-CL" sz="1200"/>
              <a:t>Recordar: </a:t>
            </a:r>
            <a:r>
              <a:rPr lang="es-CL" sz="1200" err="1"/>
              <a:t>maximo</a:t>
            </a:r>
            <a:r>
              <a:rPr lang="es-CL" sz="1200"/>
              <a:t> 3 personas presentan; todos deben haber presentado en alguna de las tres entregas.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/>
              <a:t>CONTEXTO DEL PROBLEMA — Tiempo: ~1 min | Criterio: </a:t>
            </a:r>
            <a:endParaRPr lang="es-ES"/>
          </a:p>
          <a:p>
            <a:endParaRPr lang="es-CL"/>
          </a:p>
          <a:p>
            <a:pPr>
              <a:buNone/>
            </a:pPr>
            <a:r>
              <a:rPr lang="es-CL" sz="1200" err="1"/>
              <a:t>Descripcion</a:t>
            </a:r>
            <a:r>
              <a:rPr lang="es-CL" sz="1200"/>
              <a:t> del problema (10 </a:t>
            </a:r>
            <a:r>
              <a:rPr lang="es-CL" sz="1200" err="1"/>
              <a:t>pts</a:t>
            </a:r>
            <a:r>
              <a:rPr lang="es-CL" sz="1200"/>
              <a:t>)</a:t>
            </a:r>
            <a:endParaRPr lang="es-CL"/>
          </a:p>
          <a:p>
            <a:pPr>
              <a:buNone/>
            </a:pPr>
            <a:r>
              <a:rPr lang="es-CL" sz="1200"/>
              <a:t>Objetivo central: recomendar portafolios diferenciados por perfil de riesgo para clientes de </a:t>
            </a:r>
            <a:r>
              <a:rPr lang="es-CL" sz="1200" err="1"/>
              <a:t>FinPUC</a:t>
            </a:r>
            <a:r>
              <a:rPr lang="es-CL" sz="1200"/>
              <a:t>.</a:t>
            </a:r>
          </a:p>
          <a:p>
            <a:pPr>
              <a:buNone/>
            </a:pPr>
            <a:r>
              <a:rPr lang="es-CL" sz="1200"/>
              <a:t>El problema combina </a:t>
            </a:r>
            <a:r>
              <a:rPr lang="es-CL" sz="1200" err="1"/>
              <a:t>optimizacion</a:t>
            </a:r>
            <a:r>
              <a:rPr lang="es-CL" sz="1200"/>
              <a:t> (Markowitz media-varianza) con </a:t>
            </a:r>
            <a:r>
              <a:rPr lang="es-CL" sz="1200" err="1"/>
              <a:t>recomendacion</a:t>
            </a:r>
            <a:r>
              <a:rPr lang="es-CL" sz="1200"/>
              <a:t> personalizada </a:t>
            </a:r>
            <a:r>
              <a:rPr lang="es-CL" sz="1200" err="1"/>
              <a:t>segun</a:t>
            </a:r>
            <a:r>
              <a:rPr lang="es-CL" sz="1200"/>
              <a:t> tolerancia al riesgo.</a:t>
            </a:r>
          </a:p>
          <a:p>
            <a:pPr>
              <a:buNone/>
            </a:pPr>
            <a:r>
              <a:rPr lang="es-CL" sz="1200"/>
              <a:t>5 perfiles: Muy conservador, Conservador, Neutro, Arriesgado, Muy arriesgado — </a:t>
            </a:r>
            <a:r>
              <a:rPr lang="es-CL" sz="1200" err="1"/>
              <a:t>parametros</a:t>
            </a:r>
            <a:r>
              <a:rPr lang="es-CL" sz="1200"/>
              <a:t> gamma, peso </a:t>
            </a:r>
            <a:r>
              <a:rPr lang="es-CL" sz="1200" err="1"/>
              <a:t>maximo</a:t>
            </a:r>
            <a:r>
              <a:rPr lang="es-CL" sz="1200"/>
              <a:t> y cota de volatilidad distintos.</a:t>
            </a:r>
          </a:p>
          <a:p>
            <a:pPr>
              <a:buNone/>
            </a:pPr>
            <a:r>
              <a:rPr lang="es-CL" sz="1200"/>
              <a:t>Universo: 601 activos del universo F5, </a:t>
            </a:r>
            <a:r>
              <a:rPr lang="es-CL" sz="1200" err="1"/>
              <a:t>historico</a:t>
            </a:r>
            <a:r>
              <a:rPr lang="es-CL" sz="1200"/>
              <a:t> de ~9.9 anos comunes.</a:t>
            </a:r>
          </a:p>
          <a:p>
            <a:endParaRPr lang="es-CL"/>
          </a:p>
          <a:p>
            <a:pPr>
              <a:buNone/>
            </a:pPr>
            <a:r>
              <a:rPr lang="es-CL" sz="1200"/>
              <a:t>Clave </a:t>
            </a:r>
            <a:r>
              <a:rPr lang="es-CL" sz="1200" err="1"/>
              <a:t>evaluacion</a:t>
            </a:r>
            <a:r>
              <a:rPr lang="es-CL" sz="1200"/>
              <a:t>: que el curso entienda QUE se optimiza (retorno ajustado por riesgo), PARA QUIEN (5 perfiles) y CON QUE datos (F5, filtrado, con dividendos).</a:t>
            </a:r>
          </a:p>
          <a:p>
            <a:r>
              <a:rPr lang="es-CL" sz="1200" err="1"/>
              <a:t>Enfasis</a:t>
            </a:r>
            <a:r>
              <a:rPr lang="es-CL" sz="1200"/>
              <a:t> en la relevancia practica: </a:t>
            </a:r>
            <a:endParaRPr lang="es-CL"/>
          </a:p>
          <a:p>
            <a:pPr>
              <a:buNone/>
            </a:pPr>
            <a:r>
              <a:rPr lang="es-CL" sz="1200"/>
              <a:t>un cliente real necesita una </a:t>
            </a:r>
            <a:r>
              <a:rPr lang="es-CL" sz="1200" err="1"/>
              <a:t>recomendacion</a:t>
            </a:r>
            <a:r>
              <a:rPr lang="es-CL" sz="1200"/>
              <a:t> que refleje su tolerancia al riesgo, no un portafolio </a:t>
            </a:r>
            <a:r>
              <a:rPr lang="es-CL" sz="1200" err="1"/>
              <a:t>unico</a:t>
            </a:r>
            <a:r>
              <a:rPr lang="es-CL" sz="1200"/>
              <a:t>.</a:t>
            </a:r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CL" sz="1200"/>
              <a:t>DATOS Y UNIVERSO — Tiempo: ~45 </a:t>
            </a:r>
            <a:r>
              <a:rPr lang="es-CL" sz="1200" err="1"/>
              <a:t>seg</a:t>
            </a:r>
            <a:r>
              <a:rPr lang="es-CL" sz="1200"/>
              <a:t> | Criterio: Datos (5 </a:t>
            </a:r>
            <a:r>
              <a:rPr lang="es-CL" sz="1200" err="1"/>
              <a:t>pts</a:t>
            </a:r>
            <a:r>
              <a:rPr lang="es-CL" sz="1200"/>
              <a:t>)</a:t>
            </a:r>
          </a:p>
          <a:p>
            <a:endParaRPr lang="es-CL"/>
          </a:p>
          <a:p>
            <a:pPr>
              <a:buNone/>
            </a:pPr>
            <a:r>
              <a:rPr lang="es-CL" sz="1200"/>
              <a:t>Base: carpeta </a:t>
            </a:r>
            <a:r>
              <a:rPr lang="es-CL" sz="1200" err="1"/>
              <a:t>Historical_Stocks_filtrado_sin_pandemia</a:t>
            </a:r>
            <a:r>
              <a:rPr lang="es-CL" sz="1200"/>
              <a:t>. </a:t>
            </a:r>
            <a:r>
              <a:rPr lang="es-CL" sz="1200" err="1"/>
              <a:t>Metadata</a:t>
            </a:r>
            <a:r>
              <a:rPr lang="es-CL" sz="1200"/>
              <a:t>: tickers_filtrados_F5.csv.</a:t>
            </a:r>
            <a:endParaRPr lang="es-CL"/>
          </a:p>
          <a:p>
            <a:pPr>
              <a:buNone/>
            </a:pPr>
            <a:r>
              <a:rPr lang="es-CL" sz="1200"/>
              <a:t>601 activos F5, 2489 retornos diarios comunes (aprox. 9.9 anos de historia compartida </a:t>
            </a:r>
            <a:r>
              <a:rPr lang="es-CL" sz="1200" err="1"/>
              <a:t>post-filtros</a:t>
            </a:r>
            <a:r>
              <a:rPr lang="es-CL" sz="1200"/>
              <a:t>).</a:t>
            </a:r>
          </a:p>
          <a:p>
            <a:pPr>
              <a:buNone/>
            </a:pPr>
            <a:r>
              <a:rPr lang="es-CL" sz="1200"/>
              <a:t>Retorno total diario incluye dividendos: </a:t>
            </a:r>
            <a:r>
              <a:rPr lang="es-CL" sz="1200" err="1"/>
              <a:t>Ri,t</a:t>
            </a:r>
            <a:r>
              <a:rPr lang="es-CL" sz="1200"/>
              <a:t> = (</a:t>
            </a:r>
            <a:r>
              <a:rPr lang="es-CL" sz="1200" err="1"/>
              <a:t>Pi,t</a:t>
            </a:r>
            <a:r>
              <a:rPr lang="es-CL" sz="1200"/>
              <a:t> - Pi,t-1 + </a:t>
            </a:r>
            <a:r>
              <a:rPr lang="es-CL" sz="1200" err="1"/>
              <a:t>Di,t</a:t>
            </a:r>
            <a:r>
              <a:rPr lang="es-CL" sz="1200"/>
              <a:t>) / Pi,t-1. Esto es importante: no es solo </a:t>
            </a:r>
            <a:r>
              <a:rPr lang="es-CL" sz="1200" err="1"/>
              <a:t>apreciacion</a:t>
            </a:r>
            <a:r>
              <a:rPr lang="es-CL" sz="1200"/>
              <a:t> de precio.</a:t>
            </a:r>
          </a:p>
          <a:p>
            <a:pPr>
              <a:buNone/>
            </a:pPr>
            <a:r>
              <a:rPr lang="es-CL" sz="1200"/>
              <a:t>Filtros aplicados previamente: liquidez, </a:t>
            </a:r>
            <a:r>
              <a:rPr lang="es-CL" sz="1200" err="1"/>
              <a:t>capitalizacion</a:t>
            </a:r>
            <a:r>
              <a:rPr lang="es-CL" sz="1200"/>
              <a:t> </a:t>
            </a:r>
            <a:r>
              <a:rPr lang="es-CL" sz="1200" err="1"/>
              <a:t>minima</a:t>
            </a:r>
            <a:r>
              <a:rPr lang="es-CL" sz="1200"/>
              <a:t>, historia </a:t>
            </a:r>
            <a:r>
              <a:rPr lang="es-CL" sz="1200" err="1"/>
              <a:t>minima</a:t>
            </a:r>
            <a:r>
              <a:rPr lang="es-CL" sz="1200"/>
              <a:t>, volatilidad razonable, </a:t>
            </a:r>
            <a:r>
              <a:rPr lang="es-CL" sz="1200" err="1"/>
              <a:t>exclusion</a:t>
            </a:r>
            <a:r>
              <a:rPr lang="es-CL" sz="1200"/>
              <a:t> pandemia 2020.</a:t>
            </a:r>
          </a:p>
          <a:p>
            <a:pPr>
              <a:buNone/>
            </a:pPr>
            <a:r>
              <a:rPr lang="es-CL" sz="1200" err="1"/>
              <a:t>Decision</a:t>
            </a:r>
            <a:r>
              <a:rPr lang="es-CL" sz="1200"/>
              <a:t> clave: usar </a:t>
            </a:r>
            <a:r>
              <a:rPr lang="es-CL" sz="1200" err="1"/>
              <a:t>interseccion</a:t>
            </a:r>
            <a:r>
              <a:rPr lang="es-CL" sz="1200"/>
              <a:t> de fechas comunes (no ventana fija de 10 anos) — permite mantener los 601 activos sin perder activos por historia insuficiente.</a:t>
            </a:r>
          </a:p>
          <a:p>
            <a:pPr>
              <a:buNone/>
            </a:pPr>
            <a:r>
              <a:rPr lang="es-CL" sz="1200"/>
              <a:t>Clave </a:t>
            </a:r>
            <a:r>
              <a:rPr lang="es-CL" sz="1200" err="1"/>
              <a:t>evaluacion</a:t>
            </a:r>
            <a:r>
              <a:rPr lang="es-CL" sz="1200"/>
              <a:t>: mostrar que los datos son limpios, representativos y que el retorno esta bien definido. Mencionar tickers_filtrados_F5.csv como fuente de </a:t>
            </a:r>
            <a:r>
              <a:rPr lang="es-CL" sz="1200" err="1"/>
              <a:t>metadata</a:t>
            </a:r>
            <a:r>
              <a:rPr lang="es-CL" sz="120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095F8-892C-5A92-DA82-E93D752F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EFEE9E-C6AA-9493-C181-B23EE39E1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7C44D-00B0-A2EF-598B-5E5CC1B5E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DISTRIBUCIONES DE RETORNOS -</a:t>
            </a:r>
            <a:endParaRPr lang="es-ES"/>
          </a:p>
          <a:p>
            <a:r>
              <a:rPr lang="es-CL"/>
              <a:t>Normalidad rechazada en todos los </a:t>
            </a:r>
            <a:r>
              <a:rPr lang="es-CL" err="1"/>
              <a:t>tickers</a:t>
            </a:r>
            <a:r>
              <a:rPr lang="es-CL"/>
              <a:t>. </a:t>
            </a:r>
            <a:endParaRPr lang="es-ES"/>
          </a:p>
          <a:p>
            <a:r>
              <a:rPr lang="es-CL"/>
              <a:t>La evidencia favorece colas pesadas: Johnson SU por AIC y t-</a:t>
            </a:r>
            <a:r>
              <a:rPr lang="es-CL" err="1"/>
              <a:t>Student</a:t>
            </a:r>
            <a:r>
              <a:rPr lang="es-CL"/>
              <a:t> por BIC. </a:t>
            </a:r>
            <a:endParaRPr lang="es-ES"/>
          </a:p>
          <a:p>
            <a:endParaRPr lang="es-CL"/>
          </a:p>
          <a:p>
            <a:r>
              <a:rPr lang="es-CL"/>
              <a:t>Implicancia: complementar media-varianza con </a:t>
            </a:r>
            <a:r>
              <a:rPr lang="es-CL" err="1"/>
              <a:t>CVaR</a:t>
            </a:r>
            <a:r>
              <a:rPr lang="es-CL"/>
              <a:t>, </a:t>
            </a:r>
            <a:r>
              <a:rPr lang="es-CL" err="1"/>
              <a:t>simulacion</a:t>
            </a:r>
            <a:r>
              <a:rPr lang="es-CL"/>
              <a:t> t-</a:t>
            </a:r>
            <a:r>
              <a:rPr lang="es-CL" err="1"/>
              <a:t>Student</a:t>
            </a:r>
            <a:r>
              <a:rPr lang="es-CL"/>
              <a:t> o </a:t>
            </a:r>
            <a:r>
              <a:rPr lang="es-CL" err="1"/>
              <a:t>bootstrap</a:t>
            </a:r>
            <a:r>
              <a:rPr lang="es-CL"/>
              <a:t>.</a:t>
            </a:r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B78AF-8363-AC11-9EC7-A4A467A34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36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CL" sz="1200"/>
              <a:t>METODOLOGIA: MARKOWITZ MEDIA-VARIANZA — Tiempo: ~1.5 min | Criterio: Metodologia (7 pts)</a:t>
            </a:r>
          </a:p>
          <a:p>
            <a:pPr>
              <a:buNone/>
            </a:pPr>
            <a:r>
              <a:rPr lang="es-CL" sz="1200"/>
              <a:t>Funcion objetivo: max mu^T w - (gamma/2) w^T Sigma w — maximizar retorno penalizando varianza segun aversion gamma_p.</a:t>
            </a:r>
          </a:p>
          <a:p>
            <a:pPr>
              <a:buNone/>
            </a:pPr>
            <a:r>
              <a:rPr lang="es-CL" sz="1200"/>
              <a:t>Tres restricciones operativas: (1) presupuesto completo sum wi = 1, (2) no venta en corto 0 &lt;= wi &lt;= w-barra_p, (3) cota volatilidad anualizada 252*w^T*Sigma*w &lt;= sigma-barra^2_p.</a:t>
            </a:r>
          </a:p>
          <a:p>
            <a:pPr>
              <a:buNone/>
            </a:pPr>
            <a:r>
              <a:rPr lang="es-CL" sz="1200"/>
              <a:t>Shrinkage lambda=0.20 (Ledoit-Wolf simplificado): Sigma_lambda = (1-lambda)*Sigma + lambda*diag(Sigma). Estabiliza matriz ante 601 activos.</a:t>
            </a:r>
          </a:p>
          <a:p>
            <a:pPr>
              <a:buNone/>
            </a:pPr>
            <a:r>
              <a:rPr lang="es-CL" sz="1200"/>
              <a:t>Proyeccion Nearest PSD garantiza compatibilidad con CVXPY. Problema convexo — garantia de solucion global optima.</a:t>
            </a:r>
          </a:p>
          <a:p>
            <a:pPr>
              <a:buNone/>
            </a:pPr>
            <a:r>
              <a:rPr lang="es-CL" sz="1200"/>
              <a:t>Solver principal: CLARABEL. Fallback: OSQP, ECOS, SCS. Si cota de volatilidad es infactible, se relaja solo esa restriccion (registrado en columna 'note').</a:t>
            </a:r>
          </a:p>
          <a:p>
            <a:pPr>
              <a:buNone/>
            </a:pPr>
            <a:r>
              <a:rPr lang="es-CL" sz="1200"/>
              <a:t>Por que Markowitz: base teorica solida (Markowitz 1952), convexa, escalable a 601 activos, diferenciada por perfil.</a:t>
            </a:r>
          </a:p>
          <a:p>
            <a:pPr>
              <a:buNone/>
            </a:pPr>
            <a:r>
              <a:rPr lang="es-CL" sz="1200"/>
              <a:t>Limitacion principal a mencionar: sensibilidad critica a la estimacion de mu — el portafolio de tangencia (max Sharpe teorico) colapsa fuera de muestra. Esto motiva Black-Litterman en etapa final.</a:t>
            </a:r>
          </a:p>
          <a:p>
            <a:pPr>
              <a:buNone/>
            </a:pPr>
            <a:r>
              <a:rPr lang="es-CL" sz="1200"/>
              <a:t>Clave evaluacion: explicar por que se eligio esta metodologia, sus fortalezas Y sus limitaciones honestas.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C2207-0651-5651-D01C-D30517A0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9E3CB-41C2-41EC-14CB-AB9971322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CB960-EBDC-D398-4691-E439C524D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CL" sz="1200"/>
              <a:t>METODOLOGIA: MARKOWITZ MEDIA-VARIANZA — Tiempo: ~1.5 min | Criterio: Metodologia (7 pts)</a:t>
            </a:r>
          </a:p>
          <a:p>
            <a:pPr>
              <a:buNone/>
            </a:pPr>
            <a:r>
              <a:rPr lang="es-CL" sz="1200"/>
              <a:t>Funcion objetivo: max mu^T w - (gamma/2) w^T Sigma w — maximizar retorno penalizando varianza segun aversion gamma_p.</a:t>
            </a:r>
          </a:p>
          <a:p>
            <a:pPr>
              <a:buNone/>
            </a:pPr>
            <a:r>
              <a:rPr lang="es-CL" sz="1200"/>
              <a:t>Tres restricciones operativas: (1) presupuesto completo sum wi = 1, (2) no venta en corto 0 &lt;= wi &lt;= w-barra_p, (3) cota volatilidad anualizada 252*w^T*Sigma*w &lt;= sigma-barra^2_p.</a:t>
            </a:r>
          </a:p>
          <a:p>
            <a:pPr>
              <a:buNone/>
            </a:pPr>
            <a:r>
              <a:rPr lang="es-CL" sz="1200"/>
              <a:t>Shrinkage lambda=0.20 (Ledoit-Wolf simplificado): Sigma_lambda = (1-lambda)*Sigma + lambda*diag(Sigma). Estabiliza matriz ante 601 activos.</a:t>
            </a:r>
          </a:p>
          <a:p>
            <a:pPr>
              <a:buNone/>
            </a:pPr>
            <a:r>
              <a:rPr lang="es-CL" sz="1200"/>
              <a:t>Proyeccion Nearest PSD garantiza compatibilidad con CVXPY. Problema convexo — garantia de solucion global optima.</a:t>
            </a:r>
          </a:p>
          <a:p>
            <a:pPr>
              <a:buNone/>
            </a:pPr>
            <a:r>
              <a:rPr lang="es-CL" sz="1200"/>
              <a:t>Solver principal: CLARABEL. Fallback: OSQP, ECOS, SCS. Si cota de volatilidad es infactible, se relaja solo esa restriccion (registrado en columna 'note').</a:t>
            </a:r>
          </a:p>
          <a:p>
            <a:pPr>
              <a:buNone/>
            </a:pPr>
            <a:r>
              <a:rPr lang="es-CL" sz="1200"/>
              <a:t>Por que Markowitz: base teorica solida (Markowitz 1952), convexa, escalable a 601 activos, diferenciada por perfil.</a:t>
            </a:r>
          </a:p>
          <a:p>
            <a:pPr>
              <a:buNone/>
            </a:pPr>
            <a:r>
              <a:rPr lang="es-CL" sz="1200"/>
              <a:t>Limitacion principal a mencionar: sensibilidad critica a la estimacion de mu — el portafolio de tangencia (max Sharpe teorico) colapsa fuera de muestra. Esto motiva Black-Litterman en etapa final.</a:t>
            </a:r>
          </a:p>
          <a:p>
            <a:pPr>
              <a:buNone/>
            </a:pPr>
            <a:r>
              <a:rPr lang="es-CL" sz="1200"/>
              <a:t>Clave evaluacion: explicar por que se eligio esta metodologia, sus fortalezas Y sus limitaciones honestas.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BA023-54A3-0907-86A4-8E4CF13D73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86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CL" sz="1200"/>
              <a:t>METODOLOGIA: MARKOWITZ MEDIA-VARIANZA — Tiempo: ~1.5 min | Criterio: Metodologia (7 pts)</a:t>
            </a:r>
          </a:p>
          <a:p>
            <a:pPr>
              <a:buNone/>
            </a:pPr>
            <a:r>
              <a:rPr lang="es-CL" sz="1200"/>
              <a:t>Funcion objetivo: max mu^T w - (gamma/2) w^T Sigma w — maximizar retorno penalizando varianza segun aversion gamma_p.</a:t>
            </a:r>
          </a:p>
          <a:p>
            <a:pPr>
              <a:buNone/>
            </a:pPr>
            <a:r>
              <a:rPr lang="es-CL" sz="1200"/>
              <a:t>Tres restricciones operativas: (1) presupuesto completo sum wi = 1, (2) no venta en corto 0 &lt;= wi &lt;= w-barra_p, (3) cota volatilidad anualizada 252*w^T*Sigma*w &lt;= sigma-barra^2_p.</a:t>
            </a:r>
          </a:p>
          <a:p>
            <a:pPr>
              <a:buNone/>
            </a:pPr>
            <a:r>
              <a:rPr lang="es-CL" sz="1200"/>
              <a:t>Shrinkage lambda=0.20 (Ledoit-Wolf simplificado): Sigma_lambda = (1-lambda)*Sigma + lambda*diag(Sigma). Estabiliza matriz ante 601 activos.</a:t>
            </a:r>
          </a:p>
          <a:p>
            <a:pPr>
              <a:buNone/>
            </a:pPr>
            <a:r>
              <a:rPr lang="es-CL" sz="1200"/>
              <a:t>Proyeccion Nearest PSD garantiza compatibilidad con CVXPY. Problema convexo — garantia de solucion global optima.</a:t>
            </a:r>
          </a:p>
          <a:p>
            <a:pPr>
              <a:buNone/>
            </a:pPr>
            <a:r>
              <a:rPr lang="es-CL" sz="1200"/>
              <a:t>Solver principal: CLARABEL. Fallback: OSQP, ECOS, SCS. Si cota de volatilidad es infactible, se relaja solo esa restriccion (registrado en columna 'note').</a:t>
            </a:r>
          </a:p>
          <a:p>
            <a:pPr>
              <a:buNone/>
            </a:pPr>
            <a:r>
              <a:rPr lang="es-CL" sz="1200"/>
              <a:t>Por que Markowitz: base teorica solida (Markowitz 1952), convexa, escalable a 601 activos, diferenciada por perfil.</a:t>
            </a:r>
          </a:p>
          <a:p>
            <a:pPr>
              <a:buNone/>
            </a:pPr>
            <a:r>
              <a:rPr lang="es-CL" sz="1200"/>
              <a:t>Limitacion principal a mencionar: sensibilidad critica a la estimacion de mu — el portafolio de tangencia (max Sharpe teorico) colapsa fuera de muestra. Esto motiva Black-Litterman en etapa final.</a:t>
            </a:r>
          </a:p>
          <a:p>
            <a:pPr>
              <a:buNone/>
            </a:pPr>
            <a:r>
              <a:rPr lang="es-CL" sz="1200"/>
              <a:t>Clave evaluacion: explicar por que se eligio esta metodologia, sus fortalezas Y sus limitaciones honestas.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B1880-47AA-B63C-9981-0C520750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D8756-B237-9D96-668B-603A0D2C5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291B6-88B2-D979-83E0-7CF4E6B68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CL" sz="1200"/>
              <a:t>VALIDACION ROBUSTA: VENTANAS MOVILES — Tiempo: ~1 min | Criterio: Implementacion (6 pts) + Metodologia</a:t>
            </a:r>
          </a:p>
          <a:p>
            <a:pPr>
              <a:buNone/>
            </a:pPr>
            <a:r>
              <a:rPr lang="es-CL" sz="1200"/>
              <a:t>No usamos un unico split train/test — eso seria fragil. Usamos 6 horizontes x 3 ventanas = 18 evaluaciones out-of-sample por portafolio.</a:t>
            </a:r>
          </a:p>
          <a:p>
            <a:pPr>
              <a:buNone/>
            </a:pPr>
            <a:r>
              <a:rPr lang="es-CL" sz="1200"/>
              <a:t>Horizontes: h7_f2 (7 anos historia, 2 futuro), h6_f3, h5_f4, h4_f5, h3_f6, h2_f7.</a:t>
            </a:r>
          </a:p>
          <a:p>
            <a:pPr>
              <a:buNone/>
            </a:pPr>
            <a:r>
              <a:rPr lang="es-CL" sz="1200"/>
              <a:t>Ventanas moviles: ventanas separadas a lo largo de la matriz comun de retornos — robustez temporal.</a:t>
            </a:r>
          </a:p>
          <a:p>
            <a:pPr>
              <a:buNone/>
            </a:pPr>
            <a:r>
              <a:rPr lang="es-CL" sz="1200"/>
              <a:t>Razon para reducir de 10 a 9 anos maximos: con 2489 retornos comunes, el horizonte maximo factible es 9 anos sin errores de tipo 'la matriz comun tiene 2489 retornos pero se requieren 2520'.</a:t>
            </a:r>
          </a:p>
          <a:p>
            <a:pPr>
              <a:buNone/>
            </a:pPr>
            <a:r>
              <a:rPr lang="es-CL" sz="1200"/>
              <a:t>Los portafolios calculados con datos historicos se evaluan con retornos FUTUROS REALES — no se usa informacion futura al calcular los pesos.</a:t>
            </a:r>
          </a:p>
          <a:p>
            <a:pPr>
              <a:buNone/>
            </a:pPr>
            <a:r>
              <a:rPr lang="es-CL" sz="1200"/>
              <a:t>Hallazgo anticipado: h7_f2 tiene el mayor Sharpe futuro promedio (2.32) — el mejor balance entre historia estable y vigencia de la informacion.</a:t>
            </a:r>
          </a:p>
          <a:p>
            <a:pPr>
              <a:buNone/>
            </a:pPr>
            <a:r>
              <a:rPr lang="es-CL" sz="1200"/>
              <a:t>Clave evaluacion: mostrar que el diseno de validacion es riguroso y que la prueba de concepto tiene sentido metodologico.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37040-4B87-CB27-10A0-EDBE1F25F3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77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D040A-575D-095C-55F2-3E7E9880C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45932-2D34-0F20-1422-BEC387A14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41EC9-B3CB-F34C-9DCF-126D20428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CL" sz="1200"/>
              <a:t>VALIDACION ROBUSTA: VENTANAS MOVILES — Tiempo: ~1 min | Criterio: Implementacion (6 pts) + Metodologia</a:t>
            </a:r>
          </a:p>
          <a:p>
            <a:pPr>
              <a:buNone/>
            </a:pPr>
            <a:r>
              <a:rPr lang="es-CL" sz="1200"/>
              <a:t>No usamos un unico split train/test — eso seria fragil. Usamos 6 horizontes x 3 ventanas = 18 evaluaciones out-of-sample por portafolio.</a:t>
            </a:r>
          </a:p>
          <a:p>
            <a:pPr>
              <a:buNone/>
            </a:pPr>
            <a:r>
              <a:rPr lang="es-CL" sz="1200"/>
              <a:t>Horizontes: h7_f2 (7 anos historia, 2 futuro), h6_f3, h5_f4, h4_f5, h3_f6, h2_f7.</a:t>
            </a:r>
          </a:p>
          <a:p>
            <a:pPr>
              <a:buNone/>
            </a:pPr>
            <a:r>
              <a:rPr lang="es-CL" sz="1200"/>
              <a:t>Ventanas moviles: ventanas separadas a lo largo de la matriz comun de retornos — robustez temporal.</a:t>
            </a:r>
          </a:p>
          <a:p>
            <a:pPr>
              <a:buNone/>
            </a:pPr>
            <a:r>
              <a:rPr lang="es-CL" sz="1200"/>
              <a:t>Razon para reducir de 10 a 9 anos maximos: con 2489 retornos comunes, el horizonte maximo factible es 9 anos sin errores de tipo 'la matriz comun tiene 2489 retornos pero se requieren 2520'.</a:t>
            </a:r>
          </a:p>
          <a:p>
            <a:pPr>
              <a:buNone/>
            </a:pPr>
            <a:r>
              <a:rPr lang="es-CL" sz="1200"/>
              <a:t>Los portafolios calculados con datos historicos se evaluan con retornos FUTUROS REALES — no se usa informacion futura al calcular los pesos.</a:t>
            </a:r>
          </a:p>
          <a:p>
            <a:pPr>
              <a:buNone/>
            </a:pPr>
            <a:r>
              <a:rPr lang="es-CL" sz="1200"/>
              <a:t>Hallazgo anticipado: h7_f2 tiene el mayor Sharpe futuro promedio (2.32) — el mejor balance entre historia estable y vigencia de la informacion.</a:t>
            </a:r>
          </a:p>
          <a:p>
            <a:pPr>
              <a:buNone/>
            </a:pPr>
            <a:r>
              <a:rPr lang="es-CL" sz="1200"/>
              <a:t>Clave evaluacion: mostrar que el diseno de validacion es riguroso y que la prueba de concepto tiene sentido metodologico.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4FD99-40F9-1F43-F3E9-658FDD22C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801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CL" sz="1200"/>
              <a:t>KPIs Y METRICAS DE DESEMPENO — Tiempo: ~45 seg | Criterio: KPIs (4 pts)</a:t>
            </a:r>
          </a:p>
          <a:p>
            <a:pPr>
              <a:buNone/>
            </a:pPr>
            <a:r>
              <a:rPr lang="es-CL" sz="1200"/>
              <a:t>KPIs futuros (out-of-sample) para cada portafolio: Sharpe futuro, desviacion del Sharpe, retorno futuro anualizado, volatilidad futura, drawdown maximo promedio, CVaR diario 95%.</a:t>
            </a:r>
          </a:p>
          <a:p>
            <a:pPr>
              <a:buNone/>
            </a:pPr>
            <a:r>
              <a:rPr lang="es-CL" sz="1200"/>
              <a:t>Por que estos KPIs: el Sharpe futuro captura la relacion riesgo-retorno realizada, no esperada. El CVaR complementa con riesgo de cola. El drawdown mide resistencia en periodos adversos.</a:t>
            </a:r>
          </a:p>
          <a:p>
            <a:pPr>
              <a:buNone/>
            </a:pPr>
            <a:r>
              <a:rPr lang="es-CL" sz="1200"/>
              <a:t>Validez de KPIs: se evaluan en 18 ventanas out-of-sample — no son una estimacion puntual sesgada.</a:t>
            </a:r>
          </a:p>
          <a:p>
            <a:pPr>
              <a:buNone/>
            </a:pPr>
            <a:r>
              <a:rPr lang="es-CL" sz="1200"/>
              <a:t>Resultado relevante: el Benchmark top-20 tiene el mayor Sharpe futuro (1.96) — esto NO invalida los KPIs, sino que muestra el desafio real de superar una regla simple con grandes empresas en periodo de auge.</a:t>
            </a:r>
          </a:p>
          <a:p>
            <a:pPr>
              <a:buNone/>
            </a:pPr>
            <a:r>
              <a:rPr lang="es-CL" sz="1200"/>
              <a:t>Los perfiles mas arriesgados logran mayor retorno futuro (78.54% muy arriesgado) pero con mayor volatilidad (43.42%) y mayor drawdown (-25.92%) — coherencia interna del modelo.</a:t>
            </a:r>
          </a:p>
          <a:p>
            <a:pPr>
              <a:buNone/>
            </a:pPr>
            <a:r>
              <a:rPr lang="es-CL" sz="1200"/>
              <a:t>Clave evaluacion: mostrar que los KPIs son relevantes para el problema y que su variabilidad (desv. Sharpe) fue considerada.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CL" sz="1200"/>
              <a:t>KPIs Y METRICAS DE DESEMPENO — Tiempo: ~45 seg | Criterio: KPIs (4 pts)</a:t>
            </a:r>
          </a:p>
          <a:p>
            <a:pPr>
              <a:buNone/>
            </a:pPr>
            <a:r>
              <a:rPr lang="es-CL" sz="1200"/>
              <a:t>KPIs futuros (out-of-sample) para cada portafolio: Sharpe futuro, desviacion del Sharpe, retorno futuro anualizado, volatilidad futura, drawdown maximo promedio, CVaR diario 95%.</a:t>
            </a:r>
          </a:p>
          <a:p>
            <a:pPr>
              <a:buNone/>
            </a:pPr>
            <a:r>
              <a:rPr lang="es-CL" sz="1200"/>
              <a:t>Por que estos KPIs: el Sharpe futuro captura la relacion riesgo-retorno realizada, no esperada. El CVaR complementa con riesgo de cola. El drawdown mide resistencia en periodos adversos.</a:t>
            </a:r>
          </a:p>
          <a:p>
            <a:pPr>
              <a:buNone/>
            </a:pPr>
            <a:r>
              <a:rPr lang="es-CL" sz="1200"/>
              <a:t>Validez de KPIs: se evaluan en 18 ventanas out-of-sample — no son una estimacion puntual sesgada.</a:t>
            </a:r>
          </a:p>
          <a:p>
            <a:pPr>
              <a:buNone/>
            </a:pPr>
            <a:r>
              <a:rPr lang="es-CL" sz="1200"/>
              <a:t>Resultado relevante: el Benchmark top-20 tiene el mayor Sharpe futuro (1.96) — esto NO invalida los KPIs, sino que muestra el desafio real de superar una regla simple con grandes empresas en periodo de auge.</a:t>
            </a:r>
          </a:p>
          <a:p>
            <a:pPr>
              <a:buNone/>
            </a:pPr>
            <a:r>
              <a:rPr lang="es-CL" sz="1200"/>
              <a:t>Los perfiles mas arriesgados logran mayor retorno futuro (78.54% muy arriesgado) pero con mayor volatilidad (43.42%) y mayor drawdown (-25.92%) — coherencia interna del modelo.</a:t>
            </a:r>
          </a:p>
          <a:p>
            <a:pPr>
              <a:buNone/>
            </a:pPr>
            <a:r>
              <a:rPr lang="es-CL" sz="1200"/>
              <a:t>Clave evaluacion: mostrar que los KPIs son relevantes para el problema y que su variabilidad (desv. Sharpe) fue considerada.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2BDC0-0FBC-BF6B-0E23-DA2DF06E9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3D1E3-A661-3AF7-AC31-E590ABE7B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7BB6D-0452-1C88-6720-B27E97690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CL" sz="1200"/>
              <a:t>KPIs Y METRICAS DE DESEMPENO — Tiempo: ~45 seg | Criterio: KPIs (4 pts)</a:t>
            </a:r>
          </a:p>
          <a:p>
            <a:pPr>
              <a:buNone/>
            </a:pPr>
            <a:r>
              <a:rPr lang="es-CL" sz="1200"/>
              <a:t>KPIs futuros (out-of-sample) para cada portafolio: Sharpe futuro, desviacion del Sharpe, retorno futuro anualizado, volatilidad futura, drawdown maximo promedio, CVaR diario 95%.</a:t>
            </a:r>
          </a:p>
          <a:p>
            <a:pPr>
              <a:buNone/>
            </a:pPr>
            <a:r>
              <a:rPr lang="es-CL" sz="1200"/>
              <a:t>Por que estos KPIs: el Sharpe futuro captura la relacion riesgo-retorno realizada, no esperada. El CVaR complementa con riesgo de cola. El drawdown mide resistencia en periodos adversos.</a:t>
            </a:r>
          </a:p>
          <a:p>
            <a:pPr>
              <a:buNone/>
            </a:pPr>
            <a:r>
              <a:rPr lang="es-CL" sz="1200"/>
              <a:t>Validez de KPIs: se evaluan en 18 ventanas out-of-sample — no son una estimacion puntual sesgada.</a:t>
            </a:r>
          </a:p>
          <a:p>
            <a:pPr>
              <a:buNone/>
            </a:pPr>
            <a:r>
              <a:rPr lang="es-CL" sz="1200"/>
              <a:t>Resultado relevante: el Benchmark top-20 tiene el mayor Sharpe futuro (1.96) — esto NO invalida los KPIs, sino que muestra el desafio real de superar una regla simple con grandes empresas en periodo de auge.</a:t>
            </a:r>
          </a:p>
          <a:p>
            <a:pPr>
              <a:buNone/>
            </a:pPr>
            <a:r>
              <a:rPr lang="es-CL" sz="1200"/>
              <a:t>Los perfiles mas arriesgados logran mayor retorno futuro (78.54% muy arriesgado) pero con mayor volatilidad (43.42%) y mayor drawdown (-25.92%) — coherencia interna del modelo.</a:t>
            </a:r>
          </a:p>
          <a:p>
            <a:pPr>
              <a:buNone/>
            </a:pPr>
            <a:r>
              <a:rPr lang="es-CL" sz="1200"/>
              <a:t>Clave evaluacion: mostrar que los KPIs son relevantes para el problema y que su variabilidad (desv. Sharpe) fue considerada.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A7E33-590D-6F02-5257-FA33074AD3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28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CL" sz="1200"/>
              <a:t>CASO BASE VS. MARKOWITZ — Tiempo: ~1 min | Criterio: Caso base (8 pts)</a:t>
            </a:r>
          </a:p>
          <a:p>
            <a:pPr>
              <a:buNone/>
            </a:pPr>
            <a:r>
              <a:rPr lang="es-CL" sz="1200"/>
              <a:t>Caso base: Benchmark equiponderado sobre las 20 empresas de mayor capitalizacion de mercado. Formula: wB_i = 1/20 si i pertenece al top-20, 0 si no.</a:t>
            </a:r>
          </a:p>
          <a:p>
            <a:pPr>
              <a:buNone/>
            </a:pPr>
            <a:r>
              <a:rPr lang="es-CL" sz="1200"/>
              <a:t>Por que este caso base: es simple, transparente, replicable sin optimizacion. Representa una politica intuitiva que cualquier inversor podria seguir — 'comprar las mas grandes'.</a:t>
            </a:r>
          </a:p>
          <a:p>
            <a:pPr>
              <a:buNone/>
            </a:pPr>
            <a:r>
              <a:rPr lang="es-CL" sz="1200"/>
              <a:t>Resultado sorprendente: el Benchmark tiene el mayor Sharpe futuro promedio (1.96 vs 1.83 del mejor perfil Markowitz). Esto es honesto e importante de explicar.</a:t>
            </a:r>
          </a:p>
          <a:p>
            <a:pPr>
              <a:buNone/>
            </a:pPr>
            <a:r>
              <a:rPr lang="es-CL" sz="1200"/>
              <a:t>Interpretacion correcta: en el periodo evaluado (2013-2026), las empresas de mayor capitalizacion tuvieron retornos futuros particularmente favorables. No significa que el Benchmark sea siempre superior.</a:t>
            </a:r>
          </a:p>
          <a:p>
            <a:pPr>
              <a:buNone/>
            </a:pPr>
            <a:r>
              <a:rPr lang="es-CL" sz="1200"/>
              <a:t>Markowitz optimiza con informacion historica — el Benchmark se beneficia de una regla simple que en este periodo fue afortunada. Esta es la limitacion clasica del modelo.</a:t>
            </a:r>
          </a:p>
          <a:p>
            <a:pPr>
              <a:buNone/>
            </a:pPr>
            <a:r>
              <a:rPr lang="es-CL" sz="1200"/>
              <a:t>Portafolio de minima varianza: Sharpe 1.81, retorno 26.23%, volatilidad 13.49% — menor riesgo, menor retorno. Coherente con su definicion matematica.</a:t>
            </a:r>
          </a:p>
          <a:p>
            <a:pPr>
              <a:buNone/>
            </a:pPr>
            <a:r>
              <a:rPr lang="es-CL" sz="1200"/>
              <a:t>Clave evaluacion: el caso base debe estar claramente definido, justificado y comparado cuantitativamente con los resultados del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CL" sz="1200"/>
              <a:t>ANALISIS DE RESULTADOS — Tiempo: ~1.5 min | Criterio: Resultados (15 pts) — el de mayor peso</a:t>
            </a:r>
          </a:p>
          <a:p>
            <a:pPr>
              <a:buNone/>
            </a:pPr>
            <a:r>
              <a:rPr lang="es-CL" sz="1200"/>
              <a:t>Tabla 4 del informe: 8 portafolios, 6 metricas futura promedio sobre 18 evaluaciones OOS.</a:t>
            </a:r>
          </a:p>
          <a:p>
            <a:pPr>
              <a:buNone/>
            </a:pPr>
            <a:r>
              <a:rPr lang="es-CL" sz="1200"/>
              <a:t>Hallazgo 1 — Coherencia de perfiles: mayor perfil de riesgo implica mayor retorno futuro Y mayor volatilidad, drawdown y CVaR. Consistencia interna del modelo.</a:t>
            </a:r>
          </a:p>
          <a:p>
            <a:pPr>
              <a:buNone/>
            </a:pPr>
            <a:r>
              <a:rPr lang="es-CL" sz="1200"/>
              <a:t>Hallazgo 2 — Horizonte optimo: h7_f2 tiene el mayor Sharpe futuro medio (2.32) sobre todos los portafolios. A menor historia (h2_f7), el Sharpe cae a 1.35 — las estimaciones de mu y Sigma se vuelven inestables.</a:t>
            </a:r>
          </a:p>
          <a:p>
            <a:pPr>
              <a:buNone/>
            </a:pPr>
            <a:r>
              <a:rPr lang="es-CL" sz="1200"/>
              <a:t>Hallazgo 3 — Fragilidad del portafolio ideal de mercado: Sharpe teorico promedio 3.98, pero Sharpe futuro real 1.66. Colapso clasico de Markowitz: el portafolio de tangencia es altamente sensible a errores en mu.</a:t>
            </a:r>
          </a:p>
          <a:p>
            <a:pPr>
              <a:buNone/>
            </a:pPr>
            <a:r>
              <a:rPr lang="es-CL" sz="1200"/>
              <a:t>Hallazgo 4 — Benchmark competitivo: Sharpe futuro 1.96, mayor que cualquier perfil Markowitz. Esto dice mas sobre el periodo evaluado que sobre el modelo.</a:t>
            </a:r>
          </a:p>
          <a:p>
            <a:pPr>
              <a:buNone/>
            </a:pPr>
            <a:r>
              <a:rPr lang="es-CL" sz="1200"/>
              <a:t>Variabilidad: desv. Sharpe de perfiles arriesgados (0.46) es el doble que el de perfiles conservadores (0.26) — los resultados son menos predecibles a mayor riesgo.</a:t>
            </a:r>
          </a:p>
          <a:p>
            <a:pPr>
              <a:buNone/>
            </a:pPr>
            <a:r>
              <a:rPr lang="es-CL" sz="1200"/>
              <a:t>Clave evaluacion: contrastar y analizar resultados, no solo presentarlos. Mencionar que los resultados tienen variabilidad y que eso es parte del analisis.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CL" sz="1200"/>
              <a:t>FRONTERA EFICIENTE Y VALIDACION FUTURA — Tiempo: ~45 seg | Criterio: Implementacion (6 pts) + Resultados</a:t>
            </a:r>
          </a:p>
          <a:p>
            <a:pPr>
              <a:buNone/>
            </a:pPr>
            <a:r>
              <a:rPr lang="es-CL" sz="1200"/>
              <a:t>La frontera eficiente se construye resolviendo una secuencia de problemas de minima varianza con retorno objetivo creciente.</a:t>
            </a:r>
          </a:p>
          <a:p>
            <a:pPr>
              <a:buNone/>
            </a:pPr>
            <a:r>
              <a:rPr lang="es-CL" sz="1200"/>
              <a:t>Tres graficos generados por ventana: (1) frontera teorica sola, (2) frontera con todos los portafolios marcados, (3) frontera teorica vs. desempeno futuro real.</a:t>
            </a:r>
          </a:p>
          <a:p>
            <a:pPr>
              <a:buNone/>
            </a:pPr>
            <a:r>
              <a:rPr lang="es-CL" sz="1200"/>
              <a:t>El grafico 3 es el mas importante: muestra donde caen los portafolios en el espacio riesgo-retorno REAL (futuro), versus donde estaban esperados segun la estimacion historica.</a:t>
            </a:r>
          </a:p>
          <a:p>
            <a:pPr>
              <a:buNone/>
            </a:pPr>
            <a:r>
              <a:rPr lang="es-CL" sz="1200"/>
              <a:t>Resultado visual clave: los portafolios se desplazan — el ideal de mercado (max Sharpe teorico) cae drasticamente en la frontera real. Los perfiles conservadores se mantienen mas cerca de su posicion teorica.</a:t>
            </a:r>
          </a:p>
          <a:p>
            <a:pPr>
              <a:buNone/>
            </a:pPr>
            <a:r>
              <a:rPr lang="es-CL" sz="1200"/>
              <a:t>Mencionar ventana de referencia usada en los graficos: h7_f2_w01 (7 anos historia, 2 futuro, primera ventana).</a:t>
            </a:r>
          </a:p>
          <a:p>
            <a:pPr>
              <a:buNone/>
            </a:pPr>
            <a:r>
              <a:rPr lang="es-CL" sz="1200"/>
              <a:t>Clave evaluacion: la imagen del grafico es la prueba visual de la prueba de concepto. Muestra que el modelo funciona y que su validacion es realista.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CL" sz="1200"/>
              <a:t>FORTALEZAS, DEBILIDADES Y MEJORAS — Tiempo: ~45 </a:t>
            </a:r>
            <a:r>
              <a:rPr lang="es-CL" sz="1200" err="1"/>
              <a:t>seg</a:t>
            </a:r>
            <a:r>
              <a:rPr lang="es-CL" sz="1200"/>
              <a:t> | Criterio: </a:t>
            </a:r>
            <a:r>
              <a:rPr lang="es-CL" sz="1200" err="1"/>
              <a:t>Metodologia</a:t>
            </a:r>
            <a:r>
              <a:rPr lang="es-CL" sz="1200"/>
              <a:t> (7 </a:t>
            </a:r>
            <a:r>
              <a:rPr lang="es-CL" sz="1200" err="1"/>
              <a:t>pts</a:t>
            </a:r>
            <a:r>
              <a:rPr lang="es-CL" sz="1200"/>
              <a:t>)</a:t>
            </a:r>
          </a:p>
          <a:p>
            <a:pPr>
              <a:buNone/>
            </a:pPr>
            <a:r>
              <a:rPr lang="es-CL" sz="1200"/>
              <a:t>FORTALEZAS: (1) Base </a:t>
            </a:r>
            <a:r>
              <a:rPr lang="es-CL" sz="1200" err="1"/>
              <a:t>teorica</a:t>
            </a:r>
            <a:r>
              <a:rPr lang="es-CL" sz="1200"/>
              <a:t> solida — convexa, </a:t>
            </a:r>
            <a:r>
              <a:rPr lang="es-CL" sz="1200" err="1"/>
              <a:t>garantia</a:t>
            </a:r>
            <a:r>
              <a:rPr lang="es-CL" sz="1200"/>
              <a:t> de optimo global. (2) Escala a 601 activos. (3) </a:t>
            </a:r>
            <a:r>
              <a:rPr lang="es-CL" sz="1200" err="1"/>
              <a:t>Validacion</a:t>
            </a:r>
            <a:r>
              <a:rPr lang="es-CL" sz="1200"/>
              <a:t> fuera de muestra con 18 ventanas. (4) Modular y computacionalmente eficiente con CLARABEL.</a:t>
            </a:r>
          </a:p>
          <a:p>
            <a:r>
              <a:rPr lang="es-CL" sz="1200"/>
              <a:t>DEBILIDADES: (1) </a:t>
            </a:r>
            <a:r>
              <a:rPr lang="es-CL" sz="1200" err="1"/>
              <a:t>Estatico</a:t>
            </a:r>
            <a:r>
              <a:rPr lang="es-CL" sz="1200"/>
              <a:t> — no </a:t>
            </a:r>
            <a:r>
              <a:rPr lang="es-CL" sz="1200" err="1"/>
              <a:t>rebalancea</a:t>
            </a:r>
            <a:r>
              <a:rPr lang="es-CL" sz="1200"/>
              <a:t>. </a:t>
            </a:r>
            <a:endParaRPr lang="es-CL"/>
          </a:p>
          <a:p>
            <a:r>
              <a:rPr lang="es-CL" sz="1200"/>
              <a:t>(2) Sensible a </a:t>
            </a:r>
            <a:r>
              <a:rPr lang="es-CL" sz="1200" err="1"/>
              <a:t>estimacion</a:t>
            </a:r>
            <a:r>
              <a:rPr lang="es-CL" sz="1200"/>
              <a:t> de mu — principal </a:t>
            </a:r>
            <a:r>
              <a:rPr lang="es-CL" sz="1200" err="1"/>
              <a:t>limitacion</a:t>
            </a:r>
            <a:r>
              <a:rPr lang="es-CL" sz="1200"/>
              <a:t> de Markowitz (error de </a:t>
            </a:r>
            <a:r>
              <a:rPr lang="es-CL" sz="1200" err="1"/>
              <a:t>estimacion</a:t>
            </a:r>
            <a:r>
              <a:rPr lang="es-CL" sz="1200"/>
              <a:t> amplificado). </a:t>
            </a:r>
            <a:endParaRPr lang="es-CL"/>
          </a:p>
          <a:p>
            <a:pPr>
              <a:buNone/>
            </a:pPr>
            <a:r>
              <a:rPr lang="es-CL" sz="1200"/>
              <a:t>(3) Sin costos de </a:t>
            </a:r>
            <a:r>
              <a:rPr lang="es-CL" sz="1200" err="1"/>
              <a:t>transaccion</a:t>
            </a:r>
            <a:r>
              <a:rPr lang="es-CL" sz="1200"/>
              <a:t>. (4) Asume normalidad de retornos. (5) Tasa libre de riesgo fija.</a:t>
            </a:r>
            <a:endParaRPr lang="es-CL"/>
          </a:p>
          <a:p>
            <a:endParaRPr lang="es-CL"/>
          </a:p>
          <a:p>
            <a:pPr>
              <a:buNone/>
            </a:pPr>
            <a:r>
              <a:rPr lang="es-CL" sz="1200"/>
              <a:t>MEJORAS propuestas para etapa final: (1) Black-</a:t>
            </a:r>
            <a:r>
              <a:rPr lang="es-CL" sz="1200" err="1"/>
              <a:t>Litterman</a:t>
            </a:r>
            <a:r>
              <a:rPr lang="es-CL" sz="1200"/>
              <a:t> para estimar mu con </a:t>
            </a:r>
            <a:r>
              <a:rPr lang="es-CL" sz="1200" err="1"/>
              <a:t>views</a:t>
            </a:r>
            <a:r>
              <a:rPr lang="es-CL" sz="1200"/>
              <a:t> del mercado. (2) </a:t>
            </a:r>
            <a:r>
              <a:rPr lang="es-CL" sz="1200" err="1"/>
              <a:t>CVaR</a:t>
            </a:r>
            <a:r>
              <a:rPr lang="es-CL" sz="1200"/>
              <a:t> operacional como </a:t>
            </a:r>
            <a:r>
              <a:rPr lang="es-CL" sz="1200" err="1"/>
              <a:t>restriccion</a:t>
            </a:r>
            <a:r>
              <a:rPr lang="es-CL" sz="1200"/>
              <a:t> adicional. (3) Rebalanceo semanal </a:t>
            </a:r>
            <a:r>
              <a:rPr lang="es-CL" sz="1200" err="1"/>
              <a:t>dinamico</a:t>
            </a:r>
            <a:r>
              <a:rPr lang="es-CL" sz="1200"/>
              <a:t>. (4) Comisiones k% integradas. (5) Modelos factoriales para mu y Sigma. (6) </a:t>
            </a:r>
            <a:r>
              <a:rPr lang="es-CL" sz="1200" err="1"/>
              <a:t>Dinamica</a:t>
            </a:r>
            <a:r>
              <a:rPr lang="es-CL" sz="1200"/>
              <a:t> del cliente P1, P2.</a:t>
            </a:r>
            <a:endParaRPr lang="es-CL"/>
          </a:p>
          <a:p>
            <a:endParaRPr lang="es-CL"/>
          </a:p>
          <a:p>
            <a:r>
              <a:rPr lang="es-CL" sz="1200"/>
              <a:t>Importante: mencionar que las mejoras </a:t>
            </a:r>
            <a:r>
              <a:rPr lang="es-CL" sz="1200" err="1"/>
              <a:t>estan</a:t>
            </a:r>
            <a:r>
              <a:rPr lang="es-CL" sz="1200"/>
              <a:t> priorizadas — Black-</a:t>
            </a:r>
            <a:r>
              <a:rPr lang="es-CL" sz="1200" err="1"/>
              <a:t>Litterman</a:t>
            </a:r>
            <a:r>
              <a:rPr lang="es-CL" sz="1200"/>
              <a:t> y </a:t>
            </a:r>
            <a:r>
              <a:rPr lang="es-CL" sz="1200" err="1"/>
              <a:t>CVaR</a:t>
            </a:r>
            <a:r>
              <a:rPr lang="es-CL" sz="1200"/>
              <a:t> son las mas criticas porque atacan la debilidad principal (fragilidad de mu).</a:t>
            </a:r>
            <a:endParaRPr lang="es-CL"/>
          </a:p>
          <a:p>
            <a:pPr>
              <a:buNone/>
            </a:pPr>
            <a:r>
              <a:rPr lang="es-CL" sz="1200"/>
              <a:t>Clave </a:t>
            </a:r>
            <a:r>
              <a:rPr lang="es-CL" sz="1200" err="1"/>
              <a:t>evaluacion</a:t>
            </a:r>
            <a:r>
              <a:rPr lang="es-CL" sz="1200"/>
              <a:t>: el equipo debe mostrar conciencia critica de las limitaciones Y proponer mejoras concretas y justificadas.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CL" sz="1200"/>
              <a:t>PLAN DE TRABAJO — Tiempo: ~45 </a:t>
            </a:r>
            <a:r>
              <a:rPr lang="es-CL" sz="1200" err="1"/>
              <a:t>seg</a:t>
            </a:r>
            <a:r>
              <a:rPr lang="es-CL" sz="1200"/>
              <a:t> | Criterio: Cierre (5 </a:t>
            </a:r>
            <a:r>
              <a:rPr lang="es-CL" sz="1200" err="1"/>
              <a:t>pts</a:t>
            </a:r>
            <a:r>
              <a:rPr lang="es-CL" sz="1200"/>
              <a:t>)</a:t>
            </a:r>
          </a:p>
          <a:p>
            <a:endParaRPr lang="es-CL"/>
          </a:p>
          <a:p>
            <a:r>
              <a:rPr lang="es-CL" sz="1200"/>
              <a:t>Mostrar cumplimiento vs. informe 1: limpieza y EDA completos, modelo base Markowitz implementado, </a:t>
            </a:r>
            <a:r>
              <a:rPr lang="es-CL" sz="1200" err="1"/>
              <a:t>validacion</a:t>
            </a:r>
            <a:r>
              <a:rPr lang="es-CL" sz="1200"/>
              <a:t> </a:t>
            </a:r>
            <a:r>
              <a:rPr lang="es-CL" sz="1200" err="1"/>
              <a:t>historica</a:t>
            </a:r>
            <a:r>
              <a:rPr lang="es-CL" sz="1200"/>
              <a:t> realizada. </a:t>
            </a:r>
            <a:endParaRPr lang="es-CL"/>
          </a:p>
          <a:p>
            <a:pPr>
              <a:buNone/>
            </a:pPr>
            <a:r>
              <a:rPr lang="es-CL" sz="1200"/>
              <a:t>Mencionar que la </a:t>
            </a:r>
            <a:r>
              <a:rPr lang="es-CL" sz="1200" err="1"/>
              <a:t>dinamica</a:t>
            </a:r>
            <a:r>
              <a:rPr lang="es-CL" sz="1200"/>
              <a:t> del cliente y la </a:t>
            </a:r>
            <a:r>
              <a:rPr lang="es-CL" sz="1200" err="1"/>
              <a:t>optimizacion</a:t>
            </a:r>
            <a:r>
              <a:rPr lang="es-CL" sz="1200"/>
              <a:t> computacional </a:t>
            </a:r>
            <a:r>
              <a:rPr lang="es-CL" sz="1200" err="1"/>
              <a:t>estan</a:t>
            </a:r>
            <a:r>
              <a:rPr lang="es-CL" sz="1200"/>
              <a:t> en progreso.</a:t>
            </a:r>
            <a:endParaRPr lang="es-CL"/>
          </a:p>
          <a:p>
            <a:pPr>
              <a:buNone/>
            </a:pPr>
            <a:r>
              <a:rPr lang="es-CL" sz="1200" err="1"/>
              <a:t>Proximas</a:t>
            </a:r>
            <a:r>
              <a:rPr lang="es-CL" sz="1200"/>
              <a:t> etapas: (1) Black-</a:t>
            </a:r>
            <a:r>
              <a:rPr lang="es-CL" sz="1200" err="1"/>
              <a:t>Litterman</a:t>
            </a:r>
            <a:r>
              <a:rPr lang="es-CL" sz="1200"/>
              <a:t> con </a:t>
            </a:r>
            <a:r>
              <a:rPr lang="es-CL" sz="1200" err="1"/>
              <a:t>views</a:t>
            </a:r>
            <a:r>
              <a:rPr lang="es-CL" sz="1200"/>
              <a:t> (</a:t>
            </a:r>
            <a:r>
              <a:rPr lang="es-CL" sz="1200" err="1"/>
              <a:t>Sem</a:t>
            </a:r>
            <a:r>
              <a:rPr lang="es-CL" sz="1200"/>
              <a:t> 1-2), (2) Rebalanceo con comisiones (</a:t>
            </a:r>
            <a:r>
              <a:rPr lang="es-CL" sz="1200" err="1"/>
              <a:t>Sem</a:t>
            </a:r>
            <a:r>
              <a:rPr lang="es-CL" sz="1200"/>
              <a:t> 3-4), (3) </a:t>
            </a:r>
            <a:r>
              <a:rPr lang="es-CL" sz="1200" err="1"/>
              <a:t>Logica</a:t>
            </a:r>
            <a:r>
              <a:rPr lang="es-CL" sz="1200"/>
              <a:t> de </a:t>
            </a:r>
            <a:r>
              <a:rPr lang="es-CL" sz="1200" err="1"/>
              <a:t>aceptacion</a:t>
            </a:r>
            <a:r>
              <a:rPr lang="es-CL" sz="1200"/>
              <a:t>/abandono P1, P2 y Monte Carlo (</a:t>
            </a:r>
            <a:r>
              <a:rPr lang="es-CL" sz="1200" err="1"/>
              <a:t>Sem</a:t>
            </a:r>
            <a:r>
              <a:rPr lang="es-CL" sz="1200"/>
              <a:t> 5-6), (4) </a:t>
            </a:r>
            <a:r>
              <a:rPr lang="es-CL" sz="1200" err="1"/>
              <a:t>Integracion</a:t>
            </a:r>
            <a:r>
              <a:rPr lang="es-CL" sz="1200"/>
              <a:t> y </a:t>
            </a:r>
            <a:r>
              <a:rPr lang="es-CL" sz="1200" err="1"/>
              <a:t>presentacion</a:t>
            </a:r>
            <a:r>
              <a:rPr lang="es-CL" sz="1200"/>
              <a:t> final.</a:t>
            </a:r>
          </a:p>
          <a:p>
            <a:endParaRPr lang="es-CL"/>
          </a:p>
          <a:p>
            <a:pPr>
              <a:buNone/>
            </a:pPr>
            <a:r>
              <a:rPr lang="es-CL" sz="1200"/>
              <a:t>Si se pregunta por dificultades: mencionar la </a:t>
            </a:r>
            <a:r>
              <a:rPr lang="es-CL" sz="1200" err="1"/>
              <a:t>restriccion</a:t>
            </a:r>
            <a:r>
              <a:rPr lang="es-CL" sz="1200"/>
              <a:t> de ventana </a:t>
            </a:r>
            <a:r>
              <a:rPr lang="es-CL" sz="1200" err="1"/>
              <a:t>historica</a:t>
            </a:r>
            <a:r>
              <a:rPr lang="es-CL" sz="1200"/>
              <a:t> (2489 retornos vs. 2520 para 10 anos exactos) — se </a:t>
            </a:r>
            <a:r>
              <a:rPr lang="es-CL" sz="1200" err="1"/>
              <a:t>resolvio</a:t>
            </a:r>
            <a:r>
              <a:rPr lang="es-CL" sz="1200"/>
              <a:t> reduciendo a 9 anos </a:t>
            </a:r>
            <a:r>
              <a:rPr lang="es-CL" sz="1200" err="1"/>
              <a:t>maximos</a:t>
            </a:r>
            <a:r>
              <a:rPr lang="es-CL" sz="1200"/>
              <a:t>.</a:t>
            </a:r>
            <a:endParaRPr lang="es-CL"/>
          </a:p>
          <a:p>
            <a:pPr>
              <a:buNone/>
            </a:pPr>
            <a:r>
              <a:rPr lang="es-CL" sz="1200"/>
              <a:t>Recalcar que el plan es realista y que las prioridades </a:t>
            </a:r>
            <a:r>
              <a:rPr lang="es-CL" sz="1200" err="1"/>
              <a:t>estan</a:t>
            </a:r>
            <a:r>
              <a:rPr lang="es-CL" sz="1200"/>
              <a:t> ordenadas por impacto en la calidad del modelo (Black-</a:t>
            </a:r>
            <a:r>
              <a:rPr lang="es-CL" sz="1200" err="1"/>
              <a:t>Litterman</a:t>
            </a:r>
            <a:r>
              <a:rPr lang="es-CL" sz="1200"/>
              <a:t> primero, porque ataca la debilidad principal).</a:t>
            </a:r>
          </a:p>
          <a:p>
            <a:pPr>
              <a:buNone/>
            </a:pPr>
            <a:r>
              <a:rPr lang="es-CL" sz="1200"/>
              <a:t>Clave </a:t>
            </a:r>
            <a:r>
              <a:rPr lang="es-CL" sz="1200" err="1"/>
              <a:t>evaluacion</a:t>
            </a:r>
            <a:r>
              <a:rPr lang="es-CL" sz="1200"/>
              <a:t>: mostrar que el grupo avanza </a:t>
            </a:r>
            <a:r>
              <a:rPr lang="es-CL" sz="1200" err="1"/>
              <a:t>segun</a:t>
            </a:r>
            <a:r>
              <a:rPr lang="es-CL" sz="1200"/>
              <a:t> lo planeado y que tiene una hoja de ruta clara para terminar el proyecto. Los profesores esperan ver progreso real, no solo </a:t>
            </a:r>
            <a:r>
              <a:rPr lang="es-CL" sz="1200" err="1"/>
              <a:t>planificacion</a:t>
            </a:r>
            <a:r>
              <a:rPr lang="es-CL" sz="120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CL" sz="1200"/>
              <a:t>BIBLIOGRAFIA — Diapositiva de cierre, no se presenta oralmente.</a:t>
            </a:r>
          </a:p>
          <a:p>
            <a:pPr>
              <a:buNone/>
            </a:pPr>
            <a:r>
              <a:rPr lang="es-CL" sz="1200"/>
              <a:t>Referencias clave a mencionar si se pregunta: Markowitz (1952) Portfolio Selection — Journal of Finance. Boyd y Vandenberghe (2004) Convex Optimization. Ledoit y Wolf (2004) Honey I shrunk the sample covariance matrix.</a:t>
            </a:r>
          </a:p>
          <a:p>
            <a:pPr>
              <a:buNone/>
            </a:pPr>
            <a:r>
              <a:rPr lang="es-CL" sz="1200"/>
              <a:t>CVXPY: Diamond y Boyd (2016) CVXPY: A Python-embedded modeling language for convex optimization.</a:t>
            </a:r>
          </a:p>
          <a:p>
            <a:pPr>
              <a:buNone/>
            </a:pPr>
            <a:r>
              <a:rPr lang="es-CL" sz="1200"/>
              <a:t>Black-Litterman (para etapa final): Black y Litterman (1992) Global Portfolio Optimization — Financial Analysts Journal.</a:t>
            </a:r>
          </a:p>
          <a:p>
            <a:pPr>
              <a:buNone/>
            </a:pPr>
            <a:r>
              <a:rPr lang="es-CL" sz="1200"/>
              <a:t>Esta diapositiva muestra seriedad academica — los profesores valoran que el grupo cite fuentes formales para la metodologia usada.</a:t>
            </a:r>
          </a:p>
          <a:p>
            <a:pPr>
              <a:buNone/>
            </a:pPr>
            <a:r>
              <a:rPr lang="es-CL" sz="1200"/>
              <a:t>RESUMEN DE TIEMPOS: Portada 0:30 | Contexto 1:00 | Datos 0:45 | Metodologia 1:30 | Validacion 1:00 | KPIs 0:45 | Caso base 1:00 | Resultados 1:30 | Frontera 0:45 | Fortalezas 0:45 | Plan 0:45 | TOTAL: ~10 min exactos.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magen que contiene grande, reloj&#10;&#10;El contenido generado por IA puede ser incorrecto.">
            <a:extLst>
              <a:ext uri="{FF2B5EF4-FFF2-40B4-BE49-F238E27FC236}">
                <a16:creationId xmlns:a16="http://schemas.microsoft.com/office/drawing/2014/main" id="{953AEA6D-F33A-20D9-DA6B-B801C3202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3251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FinPUC</a:t>
            </a:r>
            <a:endParaRPr lang="en-US" sz="540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3565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Presentación 2 </a:t>
            </a:r>
            <a:r>
              <a:rPr lang="en-US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- </a:t>
            </a:r>
            <a:r>
              <a:rPr lang="en-US" sz="1800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Sistema </a:t>
            </a:r>
            <a:r>
              <a:rPr lang="en-US" sz="1800" err="1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Recomendador</a:t>
            </a:r>
            <a:r>
              <a:rPr lang="en-US" sz="1800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800" err="1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Portafolios</a:t>
            </a:r>
            <a:endParaRPr lang="en-US" sz="1800" err="1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Patricio Andres Acevedo Flores</a:t>
            </a:r>
            <a:endParaRPr lang="en-US" sz="1300"/>
          </a:p>
          <a:p>
            <a:pPr marL="0" indent="0">
              <a:lnSpc>
                <a:spcPct val="140000"/>
              </a:lnSpc>
              <a:buNone/>
            </a:pPr>
            <a:r>
              <a:rPr lang="en-US" sz="130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Alonso Cano Araya</a:t>
            </a:r>
            <a:endParaRPr lang="en-US" sz="1300"/>
          </a:p>
          <a:p>
            <a:pPr marL="0" indent="0">
              <a:lnSpc>
                <a:spcPct val="140000"/>
              </a:lnSpc>
              <a:buNone/>
            </a:pPr>
            <a:r>
              <a:rPr lang="en-US" sz="130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Benjamín Catalán Contreras</a:t>
            </a:r>
            <a:endParaRPr lang="en-US" sz="1300"/>
          </a:p>
          <a:p>
            <a:pPr marL="0" indent="0">
              <a:lnSpc>
                <a:spcPct val="140000"/>
              </a:lnSpc>
              <a:buNone/>
            </a:pPr>
            <a:r>
              <a:rPr lang="en-US" sz="130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Gaspar Ten Berg Yunusic</a:t>
            </a:r>
            <a:endParaRPr lang="en-US" sz="1300"/>
          </a:p>
          <a:p>
            <a:pPr marL="0" indent="0">
              <a:lnSpc>
                <a:spcPct val="140000"/>
              </a:lnSpc>
              <a:buNone/>
            </a:pPr>
            <a:r>
              <a:rPr lang="en-US" sz="130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Benjamín Villalobos Michea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 CHILE</a:t>
            </a:r>
            <a:endParaRPr lang="en-US" sz="1000"/>
          </a:p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INGENIERÍA</a:t>
            </a:r>
            <a:endParaRPr lang="en-US" sz="1000"/>
          </a:p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ICS2122 — Taller de Investigación Operativa (Capstone)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6858000" y="4480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82294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Contexto del Problema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320040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DA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219456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Maximizar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retorno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del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cliente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utilidad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FinPUC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vía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comisiones</a:t>
            </a:r>
            <a:endParaRPr lang="en-US" sz="1400" err="1"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560320" cy="320040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5544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DA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Perfiles de Riesgo</a:t>
            </a:r>
            <a:endParaRPr lang="en-US" sz="1600"/>
          </a:p>
        </p:txBody>
      </p:sp>
      <p:sp>
        <p:nvSpPr>
          <p:cNvPr id="11" name="Text 7"/>
          <p:cNvSpPr/>
          <p:nvPr/>
        </p:nvSpPr>
        <p:spPr>
          <a:xfrm>
            <a:off x="3474720" y="2834640"/>
            <a:ext cx="219456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Volatilidad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anual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máxima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8% (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muy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conservador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) a 40% (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muy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arriesgado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12" name="Shape 8"/>
          <p:cNvSpPr/>
          <p:nvPr/>
        </p:nvSpPr>
        <p:spPr>
          <a:xfrm>
            <a:off x="6126480" y="1280160"/>
            <a:ext cx="2560320" cy="320040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5544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DA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Restricción</a:t>
            </a:r>
            <a:endParaRPr lang="en-US" sz="1600"/>
          </a:p>
        </p:txBody>
      </p:sp>
      <p:sp>
        <p:nvSpPr>
          <p:cNvPr id="15" name="Text 10"/>
          <p:cNvSpPr/>
          <p:nvPr/>
        </p:nvSpPr>
        <p:spPr>
          <a:xfrm>
            <a:off x="6309360" y="2834640"/>
            <a:ext cx="219456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Respuesta &lt; 10 seg,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recomendación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semanal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, 601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activos</a:t>
            </a:r>
            <a:endParaRPr lang="en-US" sz="1400" err="1">
              <a:latin typeface="Calibri"/>
              <a:ea typeface="Calibri"/>
              <a:cs typeface="Calibri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59536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</a:rPr>
              <a:t>1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811299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 y Universo de Inversión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46304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A0B4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1.406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F0 Crudo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691640"/>
            <a:ext cx="228600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06040" y="1188720"/>
            <a:ext cx="1920240" cy="146304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260604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A0B4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883</a:t>
            </a:r>
            <a:endParaRPr lang="en-US" sz="3600"/>
          </a:p>
        </p:txBody>
      </p:sp>
      <p:sp>
        <p:nvSpPr>
          <p:cNvPr id="10" name="Text 7"/>
          <p:cNvSpPr/>
          <p:nvPr/>
        </p:nvSpPr>
        <p:spPr>
          <a:xfrm>
            <a:off x="26060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F1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Liquidez</a:t>
            </a:r>
            <a:endParaRPr lang="en-US" sz="1400" err="1">
              <a:latin typeface="Calibri"/>
              <a:ea typeface="Calibri"/>
              <a:cs typeface="Calibri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691640"/>
            <a:ext cx="228600" cy="228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54880" y="1188720"/>
            <a:ext cx="1920240" cy="146304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/>
          <p:nvPr/>
        </p:nvSpPr>
        <p:spPr>
          <a:xfrm>
            <a:off x="475488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A0B4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686</a:t>
            </a:r>
            <a:endParaRPr lang="en-US" sz="3600"/>
          </a:p>
        </p:txBody>
      </p:sp>
      <p:sp>
        <p:nvSpPr>
          <p:cNvPr id="14" name="Text 10"/>
          <p:cNvSpPr/>
          <p:nvPr/>
        </p:nvSpPr>
        <p:spPr>
          <a:xfrm>
            <a:off x="475488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F3 Large cap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91640"/>
            <a:ext cx="228600" cy="228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903720" y="1188720"/>
            <a:ext cx="1920240" cy="146304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2"/>
          <p:cNvSpPr/>
          <p:nvPr/>
        </p:nvSpPr>
        <p:spPr>
          <a:xfrm>
            <a:off x="690372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601</a:t>
            </a:r>
            <a:endParaRPr lang="en-US" sz="3600"/>
          </a:p>
        </p:txBody>
      </p:sp>
      <p:sp>
        <p:nvSpPr>
          <p:cNvPr id="18" name="Text 13"/>
          <p:cNvSpPr/>
          <p:nvPr/>
        </p:nvSpPr>
        <p:spPr>
          <a:xfrm>
            <a:off x="690372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F5 Final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diarios totales </a:t>
            </a:r>
            <a:r>
              <a:rPr lang="en-US" sz="140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(precio + dividendos) sobre 9 años de historia común. Universo F5 filtrado por liquidez, capitalización, historia mínima y volatilidad razonable; periodo pandemia excluido.</a:t>
            </a:r>
          </a:p>
        </p:txBody>
      </p:sp>
      <p:sp>
        <p:nvSpPr>
          <p:cNvPr id="20" name="Shape 15"/>
          <p:cNvSpPr/>
          <p:nvPr/>
        </p:nvSpPr>
        <p:spPr>
          <a:xfrm>
            <a:off x="457200" y="3840480"/>
            <a:ext cx="3840480" cy="1005840"/>
          </a:xfrm>
          <a:prstGeom prst="roundRect">
            <a:avLst/>
          </a:prstGeom>
          <a:solidFill>
            <a:srgbClr val="3A4F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6"/>
          <p:cNvSpPr/>
          <p:nvPr/>
        </p:nvSpPr>
        <p:spPr>
          <a:xfrm>
            <a:off x="64008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2.489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retornos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diarios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comunes</a:t>
            </a:r>
            <a:endParaRPr lang="en-US" sz="1400" err="1">
              <a:latin typeface="Calibri"/>
              <a:ea typeface="Calibri"/>
              <a:cs typeface="Calibri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4008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11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sectores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industriales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representados</a:t>
            </a:r>
            <a:endParaRPr lang="en-US" sz="1400" err="1">
              <a:latin typeface="Calibri"/>
              <a:ea typeface="Calibri"/>
              <a:cs typeface="Calibri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4754880" y="3840480"/>
            <a:ext cx="4114800" cy="1005840"/>
          </a:xfrm>
          <a:prstGeom prst="roundRect">
            <a:avLst/>
          </a:prstGeom>
          <a:solidFill>
            <a:srgbClr val="3A4F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19"/>
          <p:cNvSpPr/>
          <p:nvPr/>
        </p:nvSpPr>
        <p:spPr>
          <a:xfrm>
            <a:off x="4819278" y="3928853"/>
            <a:ext cx="3992972" cy="8151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err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Sesgo</a:t>
            </a:r>
            <a:r>
              <a:rPr lang="en-US" sz="140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 sectorial </a:t>
            </a:r>
            <a:r>
              <a:rPr lang="en-US" sz="1400" b="1" err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corregido</a:t>
            </a:r>
            <a:r>
              <a:rPr lang="en-US" sz="140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Servicios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Financieros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pasó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61% a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representación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balanceada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tras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filtros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859536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</a:rPr>
              <a:t>2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40807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C4168-A61E-8520-B2E0-18D0D564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891952-EDCC-F483-24BF-7563DF671437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err="1">
                <a:solidFill>
                  <a:srgbClr val="FFFFFF"/>
                </a:solidFill>
                <a:latin typeface="Arial Black"/>
              </a:rPr>
              <a:t>Distribuciones</a:t>
            </a:r>
            <a:r>
              <a:rPr lang="en-US" sz="3200">
                <a:solidFill>
                  <a:srgbClr val="FFFFFF"/>
                </a:solidFill>
                <a:latin typeface="Arial Black"/>
              </a:rPr>
              <a:t> de las Acciones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6C0199-FBA3-89E2-384C-CB7FFE1A0110}"/>
              </a:ext>
            </a:extLst>
          </p:cNvPr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937ACA9A-B11B-4412-8EFF-EECA2123DA10}"/>
              </a:ext>
            </a:extLst>
          </p:cNvPr>
          <p:cNvSpPr/>
          <p:nvPr/>
        </p:nvSpPr>
        <p:spPr>
          <a:xfrm>
            <a:off x="85953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1000">
                <a:solidFill>
                  <a:srgbClr val="A0B4CC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D2B5994A-8A01-9B5B-89F8-D7ADC9EA63D3}"/>
              </a:ext>
            </a:extLst>
          </p:cNvPr>
          <p:cNvSpPr/>
          <p:nvPr/>
        </p:nvSpPr>
        <p:spPr>
          <a:xfrm>
            <a:off x="890989" y="1278232"/>
            <a:ext cx="3359320" cy="3390991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 lIns="91440" tIns="45720" rIns="91440" bIns="45720" anchor="t"/>
          <a:lstStyle/>
          <a:p>
            <a:r>
              <a:rPr lang="es-CL" sz="1600" err="1">
                <a:solidFill>
                  <a:srgbClr val="5DADE2"/>
                </a:solidFill>
                <a:latin typeface="Arial Black"/>
                <a:ea typeface="Calibri"/>
                <a:cs typeface="Calibri"/>
              </a:rPr>
              <a:t>Insight</a:t>
            </a:r>
            <a:r>
              <a:rPr lang="es-CL" sz="1600">
                <a:solidFill>
                  <a:srgbClr val="5DADE2"/>
                </a:solidFill>
                <a:latin typeface="Arial Black"/>
                <a:ea typeface="Calibri"/>
                <a:cs typeface="Calibri"/>
              </a:rPr>
              <a:t> estadístico</a:t>
            </a:r>
            <a:endParaRPr lang="es-ES"/>
          </a:p>
          <a:p>
            <a:endParaRPr lang="es-CL" sz="1400" b="1">
              <a:solidFill>
                <a:srgbClr val="66C7FF"/>
              </a:solidFill>
              <a:ea typeface="Calibri"/>
              <a:cs typeface="Calibri"/>
            </a:endParaRPr>
          </a:p>
          <a:p>
            <a:r>
              <a:rPr lang="es-CL" sz="1400" b="1">
                <a:solidFill>
                  <a:srgbClr val="66C7FF"/>
                </a:solidFill>
                <a:ea typeface="Calibri"/>
                <a:cs typeface="Calibri"/>
              </a:rPr>
              <a:t>Normalidad rechazada: </a:t>
            </a:r>
            <a:r>
              <a:rPr lang="es-CL" sz="1400">
                <a:solidFill>
                  <a:srgbClr val="DCE7F5"/>
                </a:solidFill>
                <a:ea typeface="Calibri"/>
                <a:cs typeface="Calibri"/>
              </a:rPr>
              <a:t>601/601 </a:t>
            </a:r>
            <a:r>
              <a:rPr lang="es-CL" sz="1400" err="1">
                <a:solidFill>
                  <a:srgbClr val="DCE7F5"/>
                </a:solidFill>
                <a:ea typeface="Calibri"/>
                <a:cs typeface="Calibri"/>
              </a:rPr>
              <a:t>tickers</a:t>
            </a:r>
            <a:r>
              <a:rPr lang="es-CL" sz="1400">
                <a:solidFill>
                  <a:srgbClr val="DCE7F5"/>
                </a:solidFill>
                <a:ea typeface="Calibri"/>
                <a:cs typeface="Calibri"/>
              </a:rPr>
              <a:t> fallan Jarque-</a:t>
            </a:r>
            <a:r>
              <a:rPr lang="es-CL" sz="1400" err="1">
                <a:solidFill>
                  <a:srgbClr val="DCE7F5"/>
                </a:solidFill>
                <a:ea typeface="Calibri"/>
                <a:cs typeface="Calibri"/>
              </a:rPr>
              <a:t>Bera</a:t>
            </a:r>
            <a:r>
              <a:rPr lang="es-CL" sz="1400">
                <a:solidFill>
                  <a:srgbClr val="DCE7F5"/>
                </a:solidFill>
                <a:ea typeface="Calibri"/>
                <a:cs typeface="Calibri"/>
              </a:rPr>
              <a:t>, </a:t>
            </a:r>
            <a:r>
              <a:rPr lang="es-CL" sz="1400" err="1">
                <a:solidFill>
                  <a:srgbClr val="DCE7F5"/>
                </a:solidFill>
                <a:ea typeface="Calibri"/>
                <a:cs typeface="Calibri"/>
              </a:rPr>
              <a:t>D’Agostino</a:t>
            </a:r>
            <a:r>
              <a:rPr lang="es-CL" sz="1400">
                <a:solidFill>
                  <a:srgbClr val="DCE7F5"/>
                </a:solidFill>
                <a:ea typeface="Calibri"/>
                <a:cs typeface="Calibri"/>
              </a:rPr>
              <a:t> y Shapiro-Wilk.</a:t>
            </a:r>
            <a:endParaRPr lang="es-ES">
              <a:ea typeface="Calibri"/>
              <a:cs typeface="Calibri"/>
            </a:endParaRPr>
          </a:p>
          <a:p>
            <a:endParaRPr lang="es-CL" sz="1400">
              <a:solidFill>
                <a:srgbClr val="DCE7F5"/>
              </a:solidFill>
              <a:ea typeface="Calibri"/>
              <a:cs typeface="Calibri"/>
            </a:endParaRPr>
          </a:p>
          <a:p>
            <a:r>
              <a:rPr lang="es-CL" sz="1400" b="1">
                <a:solidFill>
                  <a:srgbClr val="FFD400"/>
                </a:solidFill>
                <a:ea typeface="Calibri"/>
                <a:cs typeface="Calibri"/>
              </a:rPr>
              <a:t>Colas pesadas: </a:t>
            </a:r>
            <a:r>
              <a:rPr lang="es-CL" sz="1400">
                <a:solidFill>
                  <a:srgbClr val="DCE7F5"/>
                </a:solidFill>
                <a:ea typeface="Calibri"/>
                <a:cs typeface="Calibri"/>
              </a:rPr>
              <a:t>la normal no fue mejor ajuste en ningún activo.</a:t>
            </a:r>
            <a:endParaRPr lang="es-CL"/>
          </a:p>
          <a:p>
            <a:endParaRPr lang="es-CL" sz="1400">
              <a:solidFill>
                <a:srgbClr val="DCE7F5"/>
              </a:solidFill>
              <a:ea typeface="Calibri"/>
              <a:cs typeface="Calibri"/>
            </a:endParaRPr>
          </a:p>
          <a:p>
            <a:r>
              <a:rPr lang="es-CL" sz="1400" b="1">
                <a:solidFill>
                  <a:srgbClr val="92D050"/>
                </a:solidFill>
                <a:ea typeface="Calibri"/>
                <a:cs typeface="Calibri"/>
              </a:rPr>
              <a:t>Muestra robusta: </a:t>
            </a:r>
            <a:r>
              <a:rPr lang="es-CL" sz="1400">
                <a:solidFill>
                  <a:srgbClr val="DCE7F5"/>
                </a:solidFill>
                <a:ea typeface="Calibri"/>
                <a:cs typeface="Calibri"/>
              </a:rPr>
              <a:t>601 </a:t>
            </a:r>
            <a:r>
              <a:rPr lang="es-CL" sz="1400" err="1">
                <a:solidFill>
                  <a:srgbClr val="DCE7F5"/>
                </a:solidFill>
                <a:ea typeface="Calibri"/>
                <a:cs typeface="Calibri"/>
              </a:rPr>
              <a:t>tickers</a:t>
            </a:r>
            <a:r>
              <a:rPr lang="es-CL" sz="1400">
                <a:solidFill>
                  <a:srgbClr val="DCE7F5"/>
                </a:solidFill>
                <a:ea typeface="Calibri"/>
                <a:cs typeface="Calibri"/>
              </a:rPr>
              <a:t>, 4.207 ajustes y mediana de 7.949 retornos por </a:t>
            </a:r>
            <a:r>
              <a:rPr lang="es-CL" sz="1400" err="1">
                <a:solidFill>
                  <a:srgbClr val="DCE7F5"/>
                </a:solidFill>
                <a:ea typeface="Calibri"/>
                <a:cs typeface="Calibri"/>
              </a:rPr>
              <a:t>ticker</a:t>
            </a:r>
            <a:r>
              <a:rPr lang="es-CL" sz="1400">
                <a:solidFill>
                  <a:srgbClr val="DCE7F5"/>
                </a:solidFill>
                <a:ea typeface="Calibri"/>
                <a:cs typeface="Calibri"/>
              </a:rPr>
              <a:t>.</a:t>
            </a:r>
            <a:endParaRPr lang="es-CL"/>
          </a:p>
          <a:p>
            <a:endParaRPr lang="es-CL">
              <a:ea typeface="Calibri"/>
              <a:cs typeface="Calibri"/>
            </a:endParaRPr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C4AA0232-9C89-7448-6FC4-9BBA36BA41CE}"/>
              </a:ext>
            </a:extLst>
          </p:cNvPr>
          <p:cNvSpPr/>
          <p:nvPr/>
        </p:nvSpPr>
        <p:spPr>
          <a:xfrm>
            <a:off x="4574754" y="1271346"/>
            <a:ext cx="3359320" cy="3397877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 lIns="91440" tIns="45720" rIns="91440" bIns="45720" anchor="t"/>
          <a:lstStyle/>
          <a:p>
            <a:r>
              <a:rPr lang="es-CL" sz="1600">
                <a:solidFill>
                  <a:srgbClr val="5DADE2"/>
                </a:solidFill>
                <a:latin typeface="Arial Black"/>
                <a:ea typeface="Calibri"/>
                <a:cs typeface="Calibri"/>
              </a:rPr>
              <a:t>Implicancia para </a:t>
            </a:r>
            <a:r>
              <a:rPr lang="es-CL" sz="1600" err="1">
                <a:solidFill>
                  <a:srgbClr val="5DADE2"/>
                </a:solidFill>
                <a:latin typeface="Arial Black"/>
                <a:ea typeface="Calibri"/>
                <a:cs typeface="Calibri"/>
              </a:rPr>
              <a:t>FinPUC</a:t>
            </a:r>
            <a:endParaRPr lang="es-ES" err="1"/>
          </a:p>
          <a:p>
            <a:endParaRPr lang="es-CL" sz="1400" b="1">
              <a:solidFill>
                <a:srgbClr val="66C7FF"/>
              </a:solidFill>
              <a:ea typeface="Calibri"/>
              <a:cs typeface="Calibri"/>
            </a:endParaRPr>
          </a:p>
          <a:p>
            <a:r>
              <a:rPr lang="es-CL" sz="1400" b="1">
                <a:solidFill>
                  <a:srgbClr val="66C7FF"/>
                </a:solidFill>
                <a:ea typeface="Calibri"/>
                <a:cs typeface="Calibri"/>
              </a:rPr>
              <a:t>Volatilidad no basta: </a:t>
            </a:r>
            <a:r>
              <a:rPr lang="es-CL" sz="1400">
                <a:solidFill>
                  <a:srgbClr val="DCE7F5"/>
                </a:solidFill>
                <a:ea typeface="Calibri"/>
                <a:cs typeface="Calibri"/>
              </a:rPr>
              <a:t>media-varianza ordena riesgo, pero puede subestimar pérdidas extremas.</a:t>
            </a:r>
            <a:endParaRPr lang="es-ES">
              <a:ea typeface="Calibri"/>
              <a:cs typeface="Calibri"/>
            </a:endParaRPr>
          </a:p>
          <a:p>
            <a:r>
              <a:rPr lang="es-CL" sz="1400" b="1">
                <a:solidFill>
                  <a:srgbClr val="FFD400"/>
                </a:solidFill>
                <a:ea typeface="Calibri"/>
                <a:cs typeface="Calibri"/>
              </a:rPr>
              <a:t>Simulación base: </a:t>
            </a:r>
            <a:r>
              <a:rPr lang="es-CL" sz="1400">
                <a:solidFill>
                  <a:srgbClr val="DCE7F5"/>
                </a:solidFill>
                <a:ea typeface="Calibri"/>
                <a:cs typeface="Calibri"/>
              </a:rPr>
              <a:t>t-</a:t>
            </a:r>
            <a:r>
              <a:rPr lang="es-CL" sz="1400" err="1">
                <a:solidFill>
                  <a:srgbClr val="DCE7F5"/>
                </a:solidFill>
                <a:ea typeface="Calibri"/>
                <a:cs typeface="Calibri"/>
              </a:rPr>
              <a:t>Student</a:t>
            </a:r>
            <a:r>
              <a:rPr lang="es-CL" sz="1400">
                <a:solidFill>
                  <a:srgbClr val="DCE7F5"/>
                </a:solidFill>
                <a:ea typeface="Calibri"/>
                <a:cs typeface="Calibri"/>
              </a:rPr>
              <a:t> es opción parsimoniosa para escenarios y </a:t>
            </a:r>
            <a:r>
              <a:rPr lang="es-CL" sz="1400" err="1">
                <a:solidFill>
                  <a:srgbClr val="DCE7F5"/>
                </a:solidFill>
                <a:ea typeface="Calibri"/>
                <a:cs typeface="Calibri"/>
              </a:rPr>
              <a:t>CVaR</a:t>
            </a:r>
            <a:r>
              <a:rPr lang="es-CL" sz="1400">
                <a:solidFill>
                  <a:srgbClr val="DCE7F5"/>
                </a:solidFill>
                <a:ea typeface="Calibri"/>
                <a:cs typeface="Calibri"/>
              </a:rPr>
              <a:t>.</a:t>
            </a:r>
            <a:endParaRPr lang="es-CL"/>
          </a:p>
          <a:p>
            <a:r>
              <a:rPr lang="es-CL" sz="1400" b="1">
                <a:solidFill>
                  <a:srgbClr val="92D050"/>
                </a:solidFill>
                <a:ea typeface="Calibri"/>
                <a:cs typeface="Calibri"/>
              </a:rPr>
              <a:t>Ajuste por activo: </a:t>
            </a:r>
            <a:r>
              <a:rPr lang="es-CL" sz="1400">
                <a:solidFill>
                  <a:srgbClr val="DCE7F5"/>
                </a:solidFill>
                <a:ea typeface="Calibri"/>
                <a:cs typeface="Calibri"/>
              </a:rPr>
              <a:t>Johnson SU captura asimetría y colas complejas cuando se requiere precisión.</a:t>
            </a:r>
            <a:endParaRPr lang="es-CL"/>
          </a:p>
          <a:p>
            <a:endParaRPr lang="es-CL" sz="1400">
              <a:solidFill>
                <a:srgbClr val="DCE7F5"/>
              </a:solidFill>
              <a:ea typeface="Calibri"/>
              <a:cs typeface="Calibri"/>
            </a:endParaRPr>
          </a:p>
          <a:p>
            <a:endParaRPr lang="es-CL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3245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Metodología: Markowitz Media-Varianza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74320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DA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Formulación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499179" y="1562286"/>
            <a:ext cx="3841833" cy="2011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lang="en-US" sz="1400" b="1" err="1">
                <a:solidFill>
                  <a:srgbClr val="5DADE2"/>
                </a:solidFill>
                <a:latin typeface="Calibri"/>
              </a:rPr>
              <a:t>máx</a:t>
            </a:r>
            <a:r>
              <a:rPr lang="en-US" sz="1400">
                <a:solidFill>
                  <a:srgbClr val="E8EEF4"/>
                </a:solidFill>
                <a:latin typeface="Cambria Math"/>
              </a:rPr>
              <a:t> </a:t>
            </a:r>
            <a:r>
              <a:rPr lang="en-US" sz="1400" i="1" err="1">
                <a:solidFill>
                  <a:srgbClr val="E8EEF4"/>
                </a:solidFill>
                <a:latin typeface="Cambria Math"/>
              </a:rPr>
              <a:t>w</a:t>
            </a:r>
            <a:r>
              <a:rPr lang="en-US" sz="1400" i="1" baseline="30000" err="1">
                <a:solidFill>
                  <a:srgbClr val="E8EEF4"/>
                </a:solidFill>
                <a:latin typeface="Cambria Math"/>
              </a:rPr>
              <a:t>T</a:t>
            </a:r>
            <a:r>
              <a:rPr lang="en-US" sz="1400" i="1" err="1">
                <a:solidFill>
                  <a:srgbClr val="E8EEF4"/>
                </a:solidFill>
                <a:latin typeface="Cambria Math"/>
              </a:rPr>
              <a:t>μ</a:t>
            </a:r>
            <a:r>
              <a:rPr lang="en-US" sz="1400">
                <a:solidFill>
                  <a:srgbClr val="E8EEF4"/>
                </a:solidFill>
                <a:latin typeface="Cambria Math"/>
              </a:rPr>
              <a:t> − (γ/2) </a:t>
            </a:r>
            <a:r>
              <a:rPr lang="en-US" sz="1400" i="1" err="1">
                <a:solidFill>
                  <a:srgbClr val="E8EEF4"/>
                </a:solidFill>
                <a:latin typeface="Cambria Math"/>
              </a:rPr>
              <a:t>w</a:t>
            </a:r>
            <a:r>
              <a:rPr lang="en-US" sz="1400" i="1" baseline="30000" err="1">
                <a:solidFill>
                  <a:srgbClr val="E8EEF4"/>
                </a:solidFill>
                <a:latin typeface="Cambria Math"/>
              </a:rPr>
              <a:t>T</a:t>
            </a:r>
            <a:r>
              <a:rPr lang="en-US" sz="1400" err="1">
                <a:solidFill>
                  <a:srgbClr val="E8EEF4"/>
                </a:solidFill>
                <a:latin typeface="Cambria Math"/>
              </a:rPr>
              <a:t>Σ</a:t>
            </a:r>
            <a:r>
              <a:rPr lang="en-US" sz="1400" i="1" err="1">
                <a:solidFill>
                  <a:srgbClr val="E8EEF4"/>
                </a:solidFill>
                <a:latin typeface="Cambria Math"/>
              </a:rPr>
              <a:t>w</a:t>
            </a:r>
            <a:endParaRPr lang="en-US" sz="1400" i="1">
              <a:solidFill>
                <a:srgbClr val="E8EEF4"/>
              </a:solidFill>
              <a:latin typeface="Cambria Math"/>
              <a:ea typeface="Cambria Math"/>
            </a:endParaRP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1400" b="1" err="1">
                <a:solidFill>
                  <a:srgbClr val="5DADE2"/>
                </a:solidFill>
                <a:latin typeface="Calibri"/>
              </a:rPr>
              <a:t>sujeto</a:t>
            </a:r>
            <a:r>
              <a:rPr lang="en-US" sz="1400" b="1">
                <a:solidFill>
                  <a:srgbClr val="5DADE2"/>
                </a:solidFill>
                <a:latin typeface="Calibri"/>
              </a:rPr>
              <a:t> a:</a:t>
            </a:r>
            <a:endParaRPr lang="en-US" sz="1400" b="1">
              <a:solidFill>
                <a:srgbClr val="5DADE2"/>
              </a:solidFill>
              <a:latin typeface="Calibri"/>
              <a:ea typeface="Calibri"/>
              <a:cs typeface="Calibri"/>
            </a:endParaRPr>
          </a:p>
          <a:p>
            <a:pPr marL="179705" indent="-179705">
              <a:lnSpc>
                <a:spcPct val="110000"/>
              </a:lnSpc>
              <a:spcAft>
                <a:spcPts val="80"/>
              </a:spcAft>
              <a:buChar char="•"/>
            </a:pPr>
            <a:r>
              <a:rPr lang="en-US" sz="1400">
                <a:solidFill>
                  <a:srgbClr val="E8EEF4"/>
                </a:solidFill>
                <a:latin typeface="Cambria Math"/>
              </a:rPr>
              <a:t>∑</a:t>
            </a:r>
            <a:r>
              <a:rPr lang="en-US" sz="1400" i="1" baseline="-25000" err="1">
                <a:solidFill>
                  <a:srgbClr val="E8EEF4"/>
                </a:solidFill>
                <a:latin typeface="Cambria Math"/>
              </a:rPr>
              <a:t>i</a:t>
            </a:r>
            <a:r>
              <a:rPr lang="en-US" sz="1400" i="1">
                <a:solidFill>
                  <a:srgbClr val="E8EEF4"/>
                </a:solidFill>
                <a:latin typeface="Cambria Math"/>
              </a:rPr>
              <a:t> </a:t>
            </a:r>
            <a:r>
              <a:rPr lang="en-US" sz="1400" i="1" err="1">
                <a:solidFill>
                  <a:srgbClr val="E8EEF4"/>
                </a:solidFill>
                <a:latin typeface="Cambria Math"/>
              </a:rPr>
              <a:t>w</a:t>
            </a:r>
            <a:r>
              <a:rPr lang="en-US" sz="1400" i="1" baseline="-25000" err="1">
                <a:solidFill>
                  <a:srgbClr val="E8EEF4"/>
                </a:solidFill>
                <a:latin typeface="Cambria Math"/>
              </a:rPr>
              <a:t>i</a:t>
            </a:r>
            <a:r>
              <a:rPr lang="en-US" sz="1400">
                <a:solidFill>
                  <a:srgbClr val="E8EEF4"/>
                </a:solidFill>
                <a:latin typeface="Cambria Math"/>
              </a:rPr>
              <a:t> = 1</a:t>
            </a:r>
            <a:r>
              <a:rPr lang="en-US" sz="1400">
                <a:solidFill>
                  <a:srgbClr val="A0B8CC"/>
                </a:solidFill>
                <a:latin typeface="Calibri"/>
              </a:rPr>
              <a:t>  Suma de pesos </a:t>
            </a:r>
            <a:r>
              <a:rPr lang="en-US" sz="1400" err="1">
                <a:solidFill>
                  <a:srgbClr val="A0B8CC"/>
                </a:solidFill>
                <a:latin typeface="Calibri"/>
              </a:rPr>
              <a:t>igual</a:t>
            </a:r>
            <a:r>
              <a:rPr lang="en-US" sz="1400">
                <a:solidFill>
                  <a:srgbClr val="A0B8CC"/>
                </a:solidFill>
                <a:latin typeface="Calibri"/>
              </a:rPr>
              <a:t> a 1</a:t>
            </a:r>
            <a:endParaRPr lang="en-US" sz="1400">
              <a:solidFill>
                <a:srgbClr val="A0B8CC"/>
              </a:solidFill>
              <a:latin typeface="Calibri"/>
              <a:ea typeface="Calibri"/>
              <a:cs typeface="Calibri"/>
            </a:endParaRPr>
          </a:p>
          <a:p>
            <a:pPr marL="179705" indent="-179705">
              <a:lnSpc>
                <a:spcPct val="110000"/>
              </a:lnSpc>
              <a:spcAft>
                <a:spcPts val="80"/>
              </a:spcAft>
              <a:buChar char="•"/>
            </a:pPr>
            <a:endParaRPr lang="en-US" sz="1400">
              <a:solidFill>
                <a:srgbClr val="A0B8CC"/>
              </a:solidFill>
              <a:latin typeface="Calibri"/>
              <a:ea typeface="Calibri"/>
              <a:cs typeface="Calibri"/>
            </a:endParaRPr>
          </a:p>
          <a:p>
            <a:pPr marL="179705" indent="-179705" algn="l">
              <a:lnSpc>
                <a:spcPct val="110000"/>
              </a:lnSpc>
              <a:spcAft>
                <a:spcPts val="80"/>
              </a:spcAft>
              <a:buChar char="•"/>
            </a:pPr>
            <a:r>
              <a:rPr lang="en-US" sz="1400">
                <a:solidFill>
                  <a:srgbClr val="E8EEF4"/>
                </a:solidFill>
                <a:latin typeface="Cambria Math"/>
              </a:rPr>
              <a:t>0 ≤ </a:t>
            </a:r>
            <a:r>
              <a:rPr lang="en-US" sz="1400" i="1" err="1">
                <a:solidFill>
                  <a:srgbClr val="E8EEF4"/>
                </a:solidFill>
                <a:latin typeface="Cambria Math"/>
              </a:rPr>
              <a:t>w</a:t>
            </a:r>
            <a:r>
              <a:rPr lang="en-US" sz="1400" i="1" baseline="-25000" err="1">
                <a:solidFill>
                  <a:srgbClr val="E8EEF4"/>
                </a:solidFill>
                <a:latin typeface="Cambria Math"/>
              </a:rPr>
              <a:t>i</a:t>
            </a:r>
            <a:r>
              <a:rPr lang="en-US" sz="1400">
                <a:solidFill>
                  <a:srgbClr val="E8EEF4"/>
                </a:solidFill>
                <a:latin typeface="Cambria Math"/>
              </a:rPr>
              <a:t> ≤ </a:t>
            </a:r>
            <a:r>
              <a:rPr lang="en-US" sz="1400" i="1" err="1">
                <a:solidFill>
                  <a:srgbClr val="E8EEF4"/>
                </a:solidFill>
                <a:latin typeface="Cambria Math"/>
              </a:rPr>
              <a:t>w̅</a:t>
            </a:r>
            <a:r>
              <a:rPr lang="en-US" sz="1400" i="1" baseline="-25000" err="1">
                <a:solidFill>
                  <a:srgbClr val="E8EEF4"/>
                </a:solidFill>
                <a:latin typeface="Cambria Math"/>
              </a:rPr>
              <a:t>p</a:t>
            </a:r>
            <a:r>
              <a:rPr lang="en-US" sz="1400">
                <a:solidFill>
                  <a:srgbClr val="A0B8CC"/>
                </a:solidFill>
                <a:latin typeface="Calibri"/>
              </a:rPr>
              <a:t>  Peso </a:t>
            </a:r>
            <a:r>
              <a:rPr lang="en-US" sz="1400" err="1">
                <a:solidFill>
                  <a:srgbClr val="A0B8CC"/>
                </a:solidFill>
                <a:latin typeface="Calibri"/>
              </a:rPr>
              <a:t>por</a:t>
            </a:r>
            <a:r>
              <a:rPr lang="en-US" sz="1400">
                <a:solidFill>
                  <a:srgbClr val="A0B8CC"/>
                </a:solidFill>
                <a:latin typeface="Calibri"/>
              </a:rPr>
              <a:t> </a:t>
            </a:r>
            <a:r>
              <a:rPr lang="en-US" sz="1400" err="1">
                <a:solidFill>
                  <a:srgbClr val="A0B8CC"/>
                </a:solidFill>
                <a:latin typeface="Calibri"/>
              </a:rPr>
              <a:t>activo</a:t>
            </a:r>
            <a:r>
              <a:rPr lang="en-US" sz="1400">
                <a:solidFill>
                  <a:srgbClr val="A0B8CC"/>
                </a:solidFill>
                <a:latin typeface="Calibri"/>
              </a:rPr>
              <a:t> </a:t>
            </a:r>
            <a:r>
              <a:rPr lang="en-US" sz="1400" err="1">
                <a:solidFill>
                  <a:srgbClr val="A0B8CC"/>
                </a:solidFill>
                <a:latin typeface="Calibri"/>
              </a:rPr>
              <a:t>acotado</a:t>
            </a:r>
            <a:endParaRPr lang="en-US" sz="1400">
              <a:solidFill>
                <a:srgbClr val="A0B8CC"/>
              </a:solidFill>
              <a:latin typeface="Calibri"/>
              <a:ea typeface="Calibri"/>
              <a:cs typeface="Calibri"/>
            </a:endParaRPr>
          </a:p>
          <a:p>
            <a:pPr marL="179705" indent="-179705">
              <a:lnSpc>
                <a:spcPct val="110000"/>
              </a:lnSpc>
              <a:spcAft>
                <a:spcPts val="80"/>
              </a:spcAft>
              <a:buChar char="•"/>
            </a:pPr>
            <a:endParaRPr lang="en-US" sz="1400">
              <a:solidFill>
                <a:srgbClr val="A0B8CC"/>
              </a:solidFill>
              <a:latin typeface="Calibri"/>
              <a:ea typeface="Calibri"/>
              <a:cs typeface="Calibri"/>
            </a:endParaRPr>
          </a:p>
          <a:p>
            <a:pPr marL="179705" indent="-179705" algn="l">
              <a:lnSpc>
                <a:spcPct val="110000"/>
              </a:lnSpc>
              <a:spcAft>
                <a:spcPts val="80"/>
              </a:spcAft>
              <a:buChar char="•"/>
            </a:pPr>
            <a:r>
              <a:rPr lang="en-US" sz="1400">
                <a:solidFill>
                  <a:srgbClr val="E8EEF4"/>
                </a:solidFill>
                <a:latin typeface="Cambria Math"/>
              </a:rPr>
              <a:t>252 ⋅ </a:t>
            </a:r>
            <a:r>
              <a:rPr lang="en-US" sz="1400" i="1" err="1">
                <a:solidFill>
                  <a:srgbClr val="E8EEF4"/>
                </a:solidFill>
                <a:latin typeface="Cambria Math"/>
              </a:rPr>
              <a:t>w</a:t>
            </a:r>
            <a:r>
              <a:rPr lang="en-US" sz="1400" i="1" baseline="30000" err="1">
                <a:solidFill>
                  <a:srgbClr val="E8EEF4"/>
                </a:solidFill>
                <a:latin typeface="Cambria Math"/>
              </a:rPr>
              <a:t>T</a:t>
            </a:r>
            <a:r>
              <a:rPr lang="en-US" sz="1400" err="1">
                <a:solidFill>
                  <a:srgbClr val="E8EEF4"/>
                </a:solidFill>
                <a:latin typeface="Cambria Math"/>
              </a:rPr>
              <a:t>Σ</a:t>
            </a:r>
            <a:r>
              <a:rPr lang="en-US" sz="1400" i="1" err="1">
                <a:solidFill>
                  <a:srgbClr val="E8EEF4"/>
                </a:solidFill>
                <a:latin typeface="Cambria Math"/>
              </a:rPr>
              <a:t>w</a:t>
            </a:r>
            <a:r>
              <a:rPr lang="en-US" sz="1400">
                <a:solidFill>
                  <a:srgbClr val="E8EEF4"/>
                </a:solidFill>
                <a:latin typeface="Cambria Math"/>
              </a:rPr>
              <a:t> ≤ </a:t>
            </a:r>
            <a:r>
              <a:rPr lang="en-US" sz="1400" i="1">
                <a:solidFill>
                  <a:srgbClr val="E8EEF4"/>
                </a:solidFill>
                <a:latin typeface="Cambria Math"/>
              </a:rPr>
              <a:t>σ̅</a:t>
            </a:r>
            <a:r>
              <a:rPr lang="en-US" sz="1400" baseline="30000">
                <a:solidFill>
                  <a:srgbClr val="E8EEF4"/>
                </a:solidFill>
                <a:latin typeface="Cambria Math"/>
              </a:rPr>
              <a:t>2</a:t>
            </a:r>
            <a:r>
              <a:rPr lang="en-US" sz="1400" i="1" baseline="-25000">
                <a:solidFill>
                  <a:srgbClr val="E8EEF4"/>
                </a:solidFill>
                <a:latin typeface="Cambria Math"/>
              </a:rPr>
              <a:t>p</a:t>
            </a:r>
            <a:r>
              <a:rPr lang="en-US" sz="1400">
                <a:solidFill>
                  <a:srgbClr val="A0B8CC"/>
                </a:solidFill>
                <a:latin typeface="Calibri"/>
              </a:rPr>
              <a:t>  </a:t>
            </a:r>
            <a:r>
              <a:rPr lang="en-US" sz="1400" err="1">
                <a:solidFill>
                  <a:srgbClr val="A0B8CC"/>
                </a:solidFill>
                <a:latin typeface="Calibri"/>
              </a:rPr>
              <a:t>Varianza</a:t>
            </a:r>
            <a:r>
              <a:rPr lang="en-US" sz="1400">
                <a:solidFill>
                  <a:srgbClr val="A0B8CC"/>
                </a:solidFill>
                <a:latin typeface="Calibri"/>
              </a:rPr>
              <a:t> </a:t>
            </a:r>
            <a:r>
              <a:rPr lang="en-US" sz="1400" err="1">
                <a:solidFill>
                  <a:srgbClr val="A0B8CC"/>
                </a:solidFill>
                <a:latin typeface="Calibri"/>
              </a:rPr>
              <a:t>anualizada</a:t>
            </a:r>
            <a:r>
              <a:rPr lang="en-US" sz="1400">
                <a:solidFill>
                  <a:srgbClr val="A0B8CC"/>
                </a:solidFill>
                <a:latin typeface="Calibri"/>
              </a:rPr>
              <a:t> ≤ σ̅² </a:t>
            </a:r>
            <a:endParaRPr lang="en-US" sz="1400">
              <a:solidFill>
                <a:srgbClr val="A0B8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274320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DA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Implementación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727838" y="1550577"/>
            <a:ext cx="4236905" cy="2286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Solver: 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CVXPY + CLARABEL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endParaRPr lang="en-US" sz="1000">
              <a:solidFill>
                <a:srgbClr val="E8EEF4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Shrinkage: 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λ = 0.20 (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Ledoit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-Wolf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simplificado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endParaRPr lang="en-US" sz="1000">
              <a:solidFill>
                <a:srgbClr val="E8EEF4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Proyección</a:t>
            </a:r>
            <a:r>
              <a:rPr lang="en-US" sz="1400" b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Nearest PSD para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estabilidad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numérica</a:t>
            </a:r>
            <a:endParaRPr lang="en-US" sz="1400" err="1"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endParaRPr lang="en-US" sz="1000">
              <a:solidFill>
                <a:srgbClr val="E8EEF4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Activos: 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601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acciones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simultáneas</a:t>
            </a:r>
            <a:endParaRPr lang="en-US" sz="1400" err="1"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endParaRPr lang="en-US" sz="1000">
              <a:solidFill>
                <a:srgbClr val="E8EEF4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Relajación</a:t>
            </a:r>
            <a:r>
              <a:rPr lang="en-US" sz="1400" b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Si la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cota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volatilidad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es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infactible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, se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relaja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sólo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esa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restricción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y se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registra</a:t>
            </a:r>
            <a:endParaRPr lang="en-US" sz="1400" err="1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321040" cy="914400"/>
          </a:xfrm>
          <a:prstGeom prst="roundRect">
            <a:avLst/>
          </a:prstGeom>
          <a:solidFill>
            <a:srgbClr val="3A4F6F"/>
          </a:solidFill>
          <a:ln/>
        </p:spPr>
        <p:txBody>
          <a:bodyPr/>
          <a:lstStyle/>
          <a:p>
            <a:endParaRPr lang="es-CL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884948"/>
              </p:ext>
            </p:extLst>
          </p:nvPr>
        </p:nvGraphicFramePr>
        <p:xfrm>
          <a:off x="548640" y="4020293"/>
          <a:ext cx="8138160" cy="9296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err="1">
                          <a:solidFill>
                            <a:srgbClr val="5DADE2"/>
                          </a:solidFill>
                          <a:latin typeface="Calibri"/>
                          <a:ea typeface="Calibri"/>
                          <a:cs typeface="Calibri"/>
                        </a:rPr>
                        <a:t>Perfil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5DADE2"/>
                          </a:solidFill>
                          <a:latin typeface="Calibri"/>
                          <a:ea typeface="Calibri"/>
                          <a:cs typeface="Calibri"/>
                        </a:rPr>
                        <a:t>Muy </a:t>
                      </a:r>
                      <a:r>
                        <a:rPr lang="en-US" sz="1400" b="1" err="1">
                          <a:solidFill>
                            <a:srgbClr val="5DADE2"/>
                          </a:solidFill>
                          <a:latin typeface="Calibri"/>
                          <a:ea typeface="Calibri"/>
                          <a:cs typeface="Calibri"/>
                        </a:rPr>
                        <a:t>conservador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err="1">
                          <a:solidFill>
                            <a:srgbClr val="5DADE2"/>
                          </a:solidFill>
                          <a:latin typeface="Calibri"/>
                          <a:ea typeface="Calibri"/>
                          <a:cs typeface="Calibri"/>
                        </a:rPr>
                        <a:t>Conservador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err="1">
                          <a:solidFill>
                            <a:srgbClr val="5DADE2"/>
                          </a:solidFill>
                          <a:latin typeface="Calibri"/>
                          <a:ea typeface="Calibri"/>
                          <a:cs typeface="Calibri"/>
                        </a:rPr>
                        <a:t>Neutro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err="1">
                          <a:solidFill>
                            <a:srgbClr val="5DADE2"/>
                          </a:solidFill>
                          <a:latin typeface="Calibri"/>
                          <a:ea typeface="Calibri"/>
                          <a:cs typeface="Calibri"/>
                        </a:rPr>
                        <a:t>Arriesgado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5DADE2"/>
                          </a:solidFill>
                          <a:latin typeface="Calibri"/>
                          <a:ea typeface="Calibri"/>
                          <a:cs typeface="Calibri"/>
                        </a:rPr>
                        <a:t>Muy </a:t>
                      </a:r>
                      <a:r>
                        <a:rPr lang="en-US" sz="1400" b="1" err="1">
                          <a:solidFill>
                            <a:srgbClr val="5DADE2"/>
                          </a:solidFill>
                          <a:latin typeface="Calibri"/>
                          <a:ea typeface="Calibri"/>
                          <a:cs typeface="Calibri"/>
                        </a:rPr>
                        <a:t>arriesgado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γ / Vol. </a:t>
                      </a:r>
                      <a:r>
                        <a:rPr lang="en-US" sz="1400" err="1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máx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80 / 8%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45 / 12%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20 / 18%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8 / 28%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3 / 40%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5953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87572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>
                <a:solidFill>
                  <a:srgbClr val="FFFFFF"/>
                </a:solidFill>
                <a:latin typeface="Arial Black" pitchFamily="34" charset="0"/>
              </a:rPr>
              <a:t>Diseño Experimental: Splits Aleatorios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74320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600">
                <a:solidFill>
                  <a:srgbClr val="5DADE2"/>
                </a:solidFill>
                <a:latin typeface="Arial Black" pitchFamily="34" charset="0"/>
              </a:rPr>
              <a:t>Ventana base de 9 años</a:t>
            </a:r>
          </a:p>
        </p:txBody>
      </p:sp>
      <p:sp>
        <p:nvSpPr>
          <p:cNvPr id="6" name="Text 4"/>
          <p:cNvSpPr/>
          <p:nvPr/>
        </p:nvSpPr>
        <p:spPr>
          <a:xfrm>
            <a:off x="570385" y="1506530"/>
            <a:ext cx="3705549" cy="2206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5000"/>
              </a:lnSpc>
              <a:spcBef>
                <a:spcPts val="100"/>
              </a:spcBef>
              <a:buNone/>
            </a:pPr>
            <a:r>
              <a:rPr lang="es-ES" sz="1400">
                <a:solidFill>
                  <a:srgbClr val="A0B4CC"/>
                </a:solidFill>
                <a:latin typeface="Calibri"/>
              </a:rPr>
              <a:t>Cada combinación </a:t>
            </a:r>
            <a:r>
              <a:rPr lang="en-US" sz="1400">
                <a:solidFill>
                  <a:srgbClr val="A0B4CC"/>
                </a:solidFill>
                <a:latin typeface="Calibri"/>
              </a:rPr>
              <a:t>(train, test)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 cumple:</a:t>
            </a:r>
            <a:endParaRPr lang="es-ES" sz="1400">
              <a:solidFill>
                <a:srgbClr val="A0B4CC"/>
              </a:solidFill>
              <a:latin typeface="Calibri"/>
              <a:ea typeface="Calibri"/>
              <a:cs typeface="Calibri"/>
            </a:endParaRPr>
          </a:p>
          <a:p>
            <a:pPr marL="114300" indent="0" algn="ctr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1400" i="1" err="1">
                <a:solidFill>
                  <a:srgbClr val="5DADE2"/>
                </a:solidFill>
                <a:latin typeface="Cambria Math"/>
              </a:rPr>
              <a:t>años</a:t>
            </a:r>
            <a:r>
              <a:rPr lang="en-US" sz="1400" i="1" baseline="-25000" err="1">
                <a:solidFill>
                  <a:srgbClr val="5DADE2"/>
                </a:solidFill>
                <a:latin typeface="Cambria Math"/>
              </a:rPr>
              <a:t>train</a:t>
            </a:r>
            <a:r>
              <a:rPr lang="en-US" sz="1400">
                <a:solidFill>
                  <a:srgbClr val="E8EEF4"/>
                </a:solidFill>
                <a:latin typeface="Cambria Math"/>
              </a:rPr>
              <a:t> + </a:t>
            </a:r>
            <a:r>
              <a:rPr lang="en-US" sz="1400" i="1" err="1">
                <a:solidFill>
                  <a:srgbClr val="FFC000"/>
                </a:solidFill>
                <a:latin typeface="Cambria Math"/>
              </a:rPr>
              <a:t>años</a:t>
            </a:r>
            <a:r>
              <a:rPr lang="en-US" sz="1400" i="1" baseline="-25000" err="1">
                <a:solidFill>
                  <a:srgbClr val="FFC000"/>
                </a:solidFill>
                <a:latin typeface="Cambria Math"/>
              </a:rPr>
              <a:t>test</a:t>
            </a:r>
            <a:r>
              <a:rPr lang="en-US" sz="1400">
                <a:solidFill>
                  <a:srgbClr val="E8EEF4"/>
                </a:solidFill>
                <a:latin typeface="Cambria Math"/>
              </a:rPr>
              <a:t> ≤ 9</a:t>
            </a:r>
            <a:endParaRPr lang="en-US" sz="1400">
              <a:solidFill>
                <a:srgbClr val="E8EEF4"/>
              </a:solidFill>
              <a:latin typeface="Cambria Math"/>
              <a:ea typeface="Cambria Math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s-ES" sz="1400" b="1">
                <a:solidFill>
                  <a:srgbClr val="E8EEF4"/>
                </a:solidFill>
                <a:latin typeface="Calibri"/>
              </a:rPr>
              <a:t>28 combinaciones 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posibles (test de 2 a 8 años)</a:t>
            </a:r>
            <a:endParaRPr lang="es-ES" sz="1400">
              <a:solidFill>
                <a:srgbClr val="A0B4CC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100"/>
              </a:spcBef>
              <a:buNone/>
            </a:pPr>
            <a:r>
              <a:rPr lang="es-ES" sz="1400" b="1">
                <a:solidFill>
                  <a:srgbClr val="E8EEF4"/>
                </a:solidFill>
                <a:latin typeface="Calibri"/>
              </a:rPr>
              <a:t>70 ventanas 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aleatorias seleccionadas con semilla reproducible</a:t>
            </a:r>
            <a:endParaRPr lang="es-ES" sz="1400">
              <a:solidFill>
                <a:srgbClr val="A0B4CC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100"/>
              </a:spcBef>
              <a:buNone/>
            </a:pPr>
            <a:r>
              <a:rPr lang="es-ES" sz="1400" b="1">
                <a:solidFill>
                  <a:srgbClr val="E8EEF4"/>
                </a:solidFill>
                <a:latin typeface="Calibri"/>
              </a:rPr>
              <a:t>560 evaluaciones 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de portafolios sobre 601 activos</a:t>
            </a:r>
            <a:endParaRPr lang="es-ES" sz="1400">
              <a:solidFill>
                <a:srgbClr val="A0B4CC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100"/>
              </a:spcBef>
              <a:buNone/>
            </a:pPr>
            <a:r>
              <a:rPr lang="es-ES" sz="1400" b="1">
                <a:solidFill>
                  <a:srgbClr val="E8EEF4"/>
                </a:solidFill>
                <a:latin typeface="Calibri"/>
              </a:rPr>
              <a:t>1.392 puntos 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de frontera eficiente registrados</a:t>
            </a:r>
            <a:endParaRPr lang="es-ES" sz="1400">
              <a:solidFill>
                <a:srgbClr val="A0B4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274320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600">
                <a:solidFill>
                  <a:srgbClr val="5DADE2"/>
                </a:solidFill>
                <a:latin typeface="Arial Black" pitchFamily="34" charset="0"/>
              </a:rPr>
              <a:t>Estructura por años de test</a:t>
            </a:r>
          </a:p>
        </p:txBody>
      </p:sp>
      <p:sp>
        <p:nvSpPr>
          <p:cNvPr id="9" name="Text 7"/>
          <p:cNvSpPr/>
          <p:nvPr/>
        </p:nvSpPr>
        <p:spPr>
          <a:xfrm>
            <a:off x="4665113" y="1508760"/>
            <a:ext cx="4125393" cy="23347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0000"/>
              </a:lnSpc>
              <a:spcBef>
                <a:spcPts val="80"/>
              </a:spcBef>
              <a:buNone/>
            </a:pPr>
            <a:r>
              <a:rPr lang="es-ES" sz="1400" b="1">
                <a:solidFill>
                  <a:srgbClr val="5DADE2"/>
                </a:solidFill>
                <a:latin typeface="Calibri"/>
              </a:rPr>
              <a:t>Años test  </a:t>
            </a:r>
            <a:r>
              <a:rPr lang="es-ES" sz="1400" b="1" err="1">
                <a:solidFill>
                  <a:srgbClr val="5DADE2"/>
                </a:solidFill>
                <a:latin typeface="Calibri"/>
              </a:rPr>
              <a:t>Splits</a:t>
            </a:r>
            <a:r>
              <a:rPr lang="es-ES" sz="1400" b="1">
                <a:solidFill>
                  <a:srgbClr val="5DADE2"/>
                </a:solidFill>
                <a:latin typeface="Calibri"/>
              </a:rPr>
              <a:t>  Ventanas  Train </a:t>
            </a:r>
            <a:r>
              <a:rPr lang="es-ES" sz="1400" b="1" err="1">
                <a:solidFill>
                  <a:srgbClr val="5DADE2"/>
                </a:solidFill>
                <a:latin typeface="Calibri"/>
              </a:rPr>
              <a:t>mín</a:t>
            </a:r>
            <a:r>
              <a:rPr lang="es-ES" sz="1400" b="1">
                <a:solidFill>
                  <a:srgbClr val="5DADE2"/>
                </a:solidFill>
                <a:latin typeface="Calibri"/>
              </a:rPr>
              <a:t>–</a:t>
            </a:r>
            <a:r>
              <a:rPr lang="es-ES" sz="1400" b="1" err="1">
                <a:solidFill>
                  <a:srgbClr val="5DADE2"/>
                </a:solidFill>
                <a:latin typeface="Calibri"/>
              </a:rPr>
              <a:t>máx</a:t>
            </a:r>
            <a:endParaRPr lang="es-ES" sz="1400" b="1" err="1">
              <a:solidFill>
                <a:srgbClr val="5DADE2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  <a:spcBef>
                <a:spcPts val="60"/>
              </a:spcBef>
            </a:pPr>
            <a:r>
              <a:rPr lang="es-ES" sz="1400">
                <a:solidFill>
                  <a:srgbClr val="E8EEF4"/>
                </a:solidFill>
                <a:latin typeface="Calibri"/>
              </a:rPr>
              <a:t>2       7    19      1–7</a:t>
            </a:r>
            <a:endParaRPr lang="es-ES" sz="1400">
              <a:solidFill>
                <a:srgbClr val="E8EEF4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0000"/>
              </a:lnSpc>
              <a:spcBef>
                <a:spcPts val="60"/>
              </a:spcBef>
              <a:buNone/>
            </a:pPr>
            <a:r>
              <a:rPr lang="es-ES" sz="1400">
                <a:solidFill>
                  <a:srgbClr val="E8EEF4"/>
                </a:solidFill>
                <a:latin typeface="Calibri"/>
              </a:rPr>
              <a:t>3       6    16      1–6</a:t>
            </a:r>
            <a:endParaRPr lang="es-ES" sz="1400">
              <a:solidFill>
                <a:srgbClr val="E8EEF4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0000"/>
              </a:lnSpc>
              <a:spcBef>
                <a:spcPts val="60"/>
              </a:spcBef>
              <a:buNone/>
            </a:pPr>
            <a:r>
              <a:rPr lang="es-ES" sz="1400">
                <a:solidFill>
                  <a:srgbClr val="A0B4CC"/>
                </a:solidFill>
                <a:latin typeface="Calibri"/>
              </a:rPr>
              <a:t>4       5    13      1–5</a:t>
            </a:r>
            <a:endParaRPr lang="es-ES" sz="1400">
              <a:solidFill>
                <a:srgbClr val="A0B4CC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0000"/>
              </a:lnSpc>
              <a:spcBef>
                <a:spcPts val="60"/>
              </a:spcBef>
              <a:buNone/>
            </a:pPr>
            <a:r>
              <a:rPr lang="es-ES" sz="1400">
                <a:solidFill>
                  <a:srgbClr val="A0B4CC"/>
                </a:solidFill>
                <a:latin typeface="Calibri"/>
              </a:rPr>
              <a:t>5       4    10      1–4</a:t>
            </a:r>
            <a:endParaRPr lang="es-ES" sz="1400">
              <a:solidFill>
                <a:srgbClr val="A0B4CC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  <a:spcBef>
                <a:spcPts val="60"/>
              </a:spcBef>
            </a:pPr>
            <a:r>
              <a:rPr lang="es-ES" sz="1400">
                <a:solidFill>
                  <a:srgbClr val="A0B4CC"/>
                </a:solidFill>
                <a:latin typeface="Calibri"/>
              </a:rPr>
              <a:t>6–8     3–1    7–1       1–3</a:t>
            </a:r>
            <a:endParaRPr lang="es-ES" sz="1400">
              <a:solidFill>
                <a:srgbClr val="A0B4CC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s-ES" sz="1400">
                <a:solidFill>
                  <a:srgbClr val="A0B4CC"/>
                </a:solidFill>
                <a:latin typeface="Calibri"/>
              </a:rPr>
              <a:t>Cuando </a:t>
            </a:r>
            <a:r>
              <a:rPr lang="en-US" sz="1400" i="1">
                <a:solidFill>
                  <a:srgbClr val="5DADE2"/>
                </a:solidFill>
                <a:latin typeface="Cambria Math"/>
              </a:rPr>
              <a:t>train + test = 9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, solo 1 posición factible; 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s-ES" sz="1400">
                <a:solidFill>
                  <a:srgbClr val="A0B4CC"/>
                </a:solidFill>
                <a:latin typeface="Calibri"/>
              </a:rPr>
              <a:t>   si </a:t>
            </a:r>
            <a:r>
              <a:rPr lang="en-US" sz="1400" i="1">
                <a:solidFill>
                  <a:srgbClr val="5DADE2"/>
                </a:solidFill>
                <a:latin typeface="Cambria Math"/>
              </a:rPr>
              <a:t>&lt; 9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, hasta 3 inicios aleatorios.</a:t>
            </a:r>
            <a:endParaRPr lang="es-ES" sz="1400">
              <a:solidFill>
                <a:srgbClr val="A0B4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321040" cy="914400"/>
          </a:xfrm>
          <a:prstGeom prst="roundRect">
            <a:avLst/>
          </a:prstGeom>
          <a:solidFill>
            <a:srgbClr val="3A4F6F"/>
          </a:solidFill>
          <a:ln/>
        </p:spPr>
        <p:txBody>
          <a:bodyPr/>
          <a:lstStyle/>
          <a:p>
            <a:endParaRPr lang="es-CL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999750"/>
              </p:ext>
            </p:extLst>
          </p:nvPr>
        </p:nvGraphicFramePr>
        <p:xfrm>
          <a:off x="499853" y="4020293"/>
          <a:ext cx="8138160" cy="9296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FFFF"/>
                          </a:solidFill>
                          <a:latin typeface="Calibri"/>
                        </a:rPr>
                        <a:t>Experimento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FFFF"/>
                          </a:solidFill>
                          <a:latin typeface="Calibri"/>
                        </a:rPr>
                        <a:t>Combinaciones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FFFF"/>
                          </a:solidFill>
                          <a:latin typeface="Calibri"/>
                        </a:rPr>
                        <a:t>Ventanas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FFFF"/>
                          </a:solidFill>
                          <a:latin typeface="Calibri"/>
                        </a:rPr>
                        <a:t>Evaluaciones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FFFF"/>
                          </a:solidFill>
                          <a:latin typeface="Calibri"/>
                        </a:rPr>
                        <a:t>Activos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FFFF"/>
                          </a:solidFill>
                          <a:latin typeface="Calibri"/>
                        </a:rPr>
                        <a:t>Frontera pts.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s-ES" sz="1400" b="1" err="1">
                          <a:solidFill>
                            <a:srgbClr val="A0B4CC"/>
                          </a:solidFill>
                          <a:latin typeface="Calibri"/>
                        </a:rPr>
                        <a:t>Splits</a:t>
                      </a:r>
                      <a:r>
                        <a:rPr lang="es-ES" sz="1400" b="1">
                          <a:solidFill>
                            <a:srgbClr val="A0B4CC"/>
                          </a:solidFill>
                          <a:latin typeface="Calibri"/>
                        </a:rPr>
                        <a:t> aleatorios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C0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C000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C000"/>
                          </a:solidFill>
                          <a:latin typeface="Calibri"/>
                        </a:rPr>
                        <a:t>560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C000"/>
                          </a:solidFill>
                          <a:latin typeface="Calibri"/>
                        </a:rPr>
                        <a:t>601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C000"/>
                          </a:solidFill>
                          <a:latin typeface="Calibri"/>
                        </a:rPr>
                        <a:t>1.392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5953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8797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E2A8B-58A9-0760-540F-1ECEAD8CB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D991EA1-4B39-0F75-7DEF-7A8870DFAFA5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>
                <a:solidFill>
                  <a:srgbClr val="FFFFFF"/>
                </a:solidFill>
                <a:latin typeface="Arial Black" pitchFamily="34" charset="0"/>
              </a:rPr>
              <a:t>Contexto: Sensibilidad al Horizonte de Calibración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F75BB6-77ED-1F04-4DC5-74653BC921F8}"/>
              </a:ext>
            </a:extLst>
          </p:cNvPr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6D7B52A-B80D-B42C-3175-B6772B71D1F7}"/>
              </a:ext>
            </a:extLst>
          </p:cNvPr>
          <p:cNvSpPr/>
          <p:nvPr/>
        </p:nvSpPr>
        <p:spPr>
          <a:xfrm>
            <a:off x="457200" y="1097280"/>
            <a:ext cx="8324895" cy="274320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6B9BD9-3246-0023-B258-20F69DA52F93}"/>
              </a:ext>
            </a:extLst>
          </p:cNvPr>
          <p:cNvSpPr/>
          <p:nvPr/>
        </p:nvSpPr>
        <p:spPr>
          <a:xfrm>
            <a:off x="3952109" y="1238598"/>
            <a:ext cx="1335245" cy="3726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600">
                <a:solidFill>
                  <a:srgbClr val="5DADE2"/>
                </a:solidFill>
                <a:latin typeface="Arial Black"/>
              </a:rPr>
              <a:t>Motivación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0BF85DE-D087-E514-5070-B6FE6177E398}"/>
              </a:ext>
            </a:extLst>
          </p:cNvPr>
          <p:cNvSpPr/>
          <p:nvPr/>
        </p:nvSpPr>
        <p:spPr>
          <a:xfrm>
            <a:off x="700119" y="1605783"/>
            <a:ext cx="7828309" cy="22939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5000"/>
              </a:lnSpc>
              <a:spcBef>
                <a:spcPts val="80"/>
              </a:spcBef>
              <a:buNone/>
            </a:pPr>
            <a:r>
              <a:rPr lang="es-ES" sz="1400">
                <a:solidFill>
                  <a:schemeClr val="bg1"/>
                </a:solidFill>
                <a:latin typeface="Calibri"/>
              </a:rPr>
              <a:t>Un único </a:t>
            </a:r>
            <a:r>
              <a:rPr lang="es-ES" sz="1400" err="1">
                <a:solidFill>
                  <a:schemeClr val="bg1"/>
                </a:solidFill>
                <a:latin typeface="Calibri"/>
              </a:rPr>
              <a:t>split</a:t>
            </a:r>
            <a:r>
              <a:rPr lang="es-ES" sz="1400">
                <a:solidFill>
                  <a:schemeClr val="bg1"/>
                </a:solidFill>
                <a:latin typeface="Calibri"/>
              </a:rPr>
              <a:t> </a:t>
            </a:r>
            <a:r>
              <a:rPr lang="en-US" sz="1400">
                <a:solidFill>
                  <a:schemeClr val="bg1"/>
                </a:solidFill>
                <a:latin typeface="Calibri"/>
              </a:rPr>
              <a:t>(train, test)</a:t>
            </a:r>
            <a:r>
              <a:rPr lang="es-ES" sz="1400">
                <a:solidFill>
                  <a:schemeClr val="bg1"/>
                </a:solidFill>
                <a:latin typeface="Calibri"/>
              </a:rPr>
              <a:t> puede ser favorable o desfavorable por azar. La pregunta real es: ¿cuántos años de historia conviene usar?</a:t>
            </a:r>
            <a:endParaRPr lang="es-E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  <a:spcBef>
                <a:spcPts val="80"/>
              </a:spcBef>
            </a:pPr>
            <a:endParaRPr lang="es-ES" sz="1400">
              <a:solidFill>
                <a:srgbClr val="A0B4CC"/>
              </a:solidFill>
              <a:latin typeface="Calibri"/>
            </a:endParaRPr>
          </a:p>
          <a:p>
            <a:pPr marL="170815" indent="-170815" algn="l">
              <a:lnSpc>
                <a:spcPct val="110000"/>
              </a:lnSpc>
              <a:spcBef>
                <a:spcPts val="120"/>
              </a:spcBef>
              <a:buFont typeface="Arial"/>
              <a:buChar char="•"/>
            </a:pPr>
            <a:r>
              <a:rPr lang="es-ES" sz="1400" b="1">
                <a:solidFill>
                  <a:srgbClr val="FFC000"/>
                </a:solidFill>
                <a:latin typeface="Calibri"/>
              </a:rPr>
              <a:t>Sesgo de selección: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 </a:t>
            </a:r>
            <a:r>
              <a:rPr lang="es-ES" sz="1400">
                <a:solidFill>
                  <a:schemeClr val="bg1"/>
                </a:solidFill>
                <a:latin typeface="Calibri"/>
              </a:rPr>
              <a:t>un solo periodo de prueba puede capturar un régimen atípico.</a:t>
            </a:r>
            <a:endParaRPr lang="es-E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70815" indent="-170815" algn="l">
              <a:lnSpc>
                <a:spcPct val="110000"/>
              </a:lnSpc>
              <a:spcBef>
                <a:spcPts val="120"/>
              </a:spcBef>
              <a:buFont typeface="Arial"/>
              <a:buChar char="•"/>
            </a:pPr>
            <a:r>
              <a:rPr lang="es-ES" sz="1400" b="1">
                <a:solidFill>
                  <a:srgbClr val="FFC000"/>
                </a:solidFill>
                <a:latin typeface="Calibri"/>
              </a:rPr>
              <a:t>Estabilidad temporal: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 </a:t>
            </a:r>
            <a:r>
              <a:rPr lang="es-ES" sz="1400">
                <a:solidFill>
                  <a:schemeClr val="bg1"/>
                </a:solidFill>
                <a:latin typeface="Calibri"/>
              </a:rPr>
              <a:t>los parámetros μ y Σ estimados varían según la ventana elegida.</a:t>
            </a:r>
            <a:endParaRPr lang="es-E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70815" indent="-170815" algn="l">
              <a:lnSpc>
                <a:spcPct val="110000"/>
              </a:lnSpc>
              <a:spcBef>
                <a:spcPts val="120"/>
              </a:spcBef>
              <a:buFont typeface="Arial"/>
              <a:buChar char="•"/>
            </a:pPr>
            <a:r>
              <a:rPr lang="es-ES" sz="1400" b="1">
                <a:solidFill>
                  <a:srgbClr val="70AD47"/>
                </a:solidFill>
                <a:latin typeface="Calibri"/>
              </a:rPr>
              <a:t>Trazabilidad académica: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 </a:t>
            </a:r>
            <a:r>
              <a:rPr lang="es-ES" sz="1400">
                <a:solidFill>
                  <a:schemeClr val="bg1"/>
                </a:solidFill>
                <a:latin typeface="Calibri"/>
              </a:rPr>
              <a:t>semilla fija garantiza reproducibilidad exacta del experimento.</a:t>
            </a:r>
            <a:endParaRPr lang="es-E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70815" indent="-170815" algn="l">
              <a:lnSpc>
                <a:spcPct val="110000"/>
              </a:lnSpc>
              <a:spcBef>
                <a:spcPts val="120"/>
              </a:spcBef>
              <a:buFont typeface="Arial"/>
              <a:buChar char="•"/>
            </a:pPr>
            <a:r>
              <a:rPr lang="es-ES" sz="1400" b="1">
                <a:solidFill>
                  <a:srgbClr val="70AD47"/>
                </a:solidFill>
                <a:latin typeface="Calibri"/>
              </a:rPr>
              <a:t>Validación exigente: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 </a:t>
            </a:r>
            <a:r>
              <a:rPr lang="es-ES" sz="1400">
                <a:solidFill>
                  <a:schemeClr val="bg1"/>
                </a:solidFill>
                <a:latin typeface="Calibri"/>
              </a:rPr>
              <a:t>70 ventanas sobre 28 combinaciones entregan imagen realista de sensibilidad.</a:t>
            </a:r>
            <a:endParaRPr lang="es-E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9174156-80EC-934D-4B9C-BA9939A1F66A}"/>
              </a:ext>
            </a:extLst>
          </p:cNvPr>
          <p:cNvSpPr/>
          <p:nvPr/>
        </p:nvSpPr>
        <p:spPr>
          <a:xfrm>
            <a:off x="457200" y="4023360"/>
            <a:ext cx="8321040" cy="914400"/>
          </a:xfrm>
          <a:prstGeom prst="roundRect">
            <a:avLst/>
          </a:prstGeom>
          <a:solidFill>
            <a:srgbClr val="3A4F6F"/>
          </a:solidFill>
          <a:ln/>
        </p:spPr>
        <p:txBody>
          <a:bodyPr/>
          <a:lstStyle/>
          <a:p>
            <a:endParaRPr lang="es-CL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C35E21FE-0BDF-8A24-65B4-576BAF8A6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387099"/>
              </p:ext>
            </p:extLst>
          </p:nvPr>
        </p:nvGraphicFramePr>
        <p:xfrm>
          <a:off x="548640" y="4069080"/>
          <a:ext cx="8138160" cy="8229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FFFF"/>
                          </a:solidFill>
                          <a:latin typeface="Calibri"/>
                        </a:rPr>
                        <a:t>Portafolio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FFFF"/>
                          </a:solidFill>
                          <a:latin typeface="Calibri"/>
                        </a:rPr>
                        <a:t>Sharpe futuro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FFFF"/>
                          </a:solidFill>
                          <a:latin typeface="Calibri"/>
                        </a:rPr>
                        <a:t>Mejor </a:t>
                      </a:r>
                      <a:r>
                        <a:rPr lang="es-ES" sz="1400" b="1" err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err="1">
                          <a:solidFill>
                            <a:srgbClr val="FFFFFF"/>
                          </a:solidFill>
                          <a:latin typeface="Calibri"/>
                        </a:rPr>
                        <a:t>Ret</a:t>
                      </a:r>
                      <a:r>
                        <a:rPr lang="es-ES" sz="1400" b="1">
                          <a:solidFill>
                            <a:srgbClr val="FFFFFF"/>
                          </a:solidFill>
                          <a:latin typeface="Calibri"/>
                        </a:rPr>
                        <a:t>. futuro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FFFF"/>
                          </a:solidFill>
                          <a:latin typeface="Calibri"/>
                        </a:rPr>
                        <a:t>Vol. futuro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err="1">
                          <a:solidFill>
                            <a:srgbClr val="FFFFFF"/>
                          </a:solidFill>
                          <a:latin typeface="Calibri"/>
                        </a:rPr>
                        <a:t>Drawdown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s-ES" sz="1400" b="1" err="1">
                          <a:solidFill>
                            <a:srgbClr val="A0B4CC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C000"/>
                          </a:solidFill>
                          <a:latin typeface="Calibri"/>
                        </a:rPr>
                        <a:t>2.057 ★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A0B4CC"/>
                          </a:solidFill>
                          <a:latin typeface="Calibri"/>
                        </a:rPr>
                        <a:t>h6_f2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A0B4CC"/>
                          </a:solidFill>
                          <a:latin typeface="Calibri"/>
                        </a:rPr>
                        <a:t>64.1%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A0B4CC"/>
                          </a:solidFill>
                          <a:latin typeface="Calibri"/>
                        </a:rPr>
                        <a:t>30.5%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A0B4CC"/>
                          </a:solidFill>
                          <a:latin typeface="Calibri"/>
                        </a:rPr>
                        <a:t>-20.5%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 9">
            <a:extLst>
              <a:ext uri="{FF2B5EF4-FFF2-40B4-BE49-F238E27FC236}">
                <a16:creationId xmlns:a16="http://schemas.microsoft.com/office/drawing/2014/main" id="{438C8523-2563-98E1-709C-6B82F8C6DF04}"/>
              </a:ext>
            </a:extLst>
          </p:cNvPr>
          <p:cNvSpPr/>
          <p:nvPr/>
        </p:nvSpPr>
        <p:spPr>
          <a:xfrm>
            <a:off x="85953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16202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4625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>
                <a:solidFill>
                  <a:srgbClr val="FFFFFF"/>
                </a:solidFill>
                <a:latin typeface="Arial Black" pitchFamily="34" charset="0"/>
              </a:rPr>
              <a:t>Contexto: Sensibilidad al Horizonte de Calibración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14742" y="1097280"/>
            <a:ext cx="8204811" cy="274320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819871" y="1188719"/>
            <a:ext cx="1793547" cy="338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600">
                <a:solidFill>
                  <a:srgbClr val="5DADE2"/>
                </a:solidFill>
                <a:latin typeface="Arial Black" pitchFamily="34" charset="0"/>
              </a:rPr>
              <a:t>Hallazgos clave</a:t>
            </a:r>
          </a:p>
        </p:txBody>
      </p:sp>
      <p:sp>
        <p:nvSpPr>
          <p:cNvPr id="9" name="Text 7"/>
          <p:cNvSpPr/>
          <p:nvPr/>
        </p:nvSpPr>
        <p:spPr>
          <a:xfrm>
            <a:off x="691231" y="1522869"/>
            <a:ext cx="7901021" cy="23996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0815" indent="-170815" algn="l">
              <a:lnSpc>
                <a:spcPct val="110000"/>
              </a:lnSpc>
              <a:spcBef>
                <a:spcPts val="120"/>
              </a:spcBef>
              <a:buFont typeface="Arial"/>
              <a:buChar char="•"/>
            </a:pPr>
            <a:r>
              <a:rPr lang="es-ES" sz="1400" b="1">
                <a:solidFill>
                  <a:srgbClr val="5DADE2"/>
                </a:solidFill>
                <a:latin typeface="Calibri"/>
              </a:rPr>
              <a:t>No hay regla monótona: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 </a:t>
            </a:r>
            <a:r>
              <a:rPr lang="es-ES" sz="1400">
                <a:solidFill>
                  <a:schemeClr val="bg1"/>
                </a:solidFill>
                <a:latin typeface="Calibri"/>
              </a:rPr>
              <a:t>el mejor </a:t>
            </a:r>
            <a:r>
              <a:rPr lang="es-ES" sz="1400" err="1">
                <a:solidFill>
                  <a:schemeClr val="bg1"/>
                </a:solidFill>
                <a:latin typeface="Calibri"/>
              </a:rPr>
              <a:t>split</a:t>
            </a:r>
            <a:r>
              <a:rPr lang="es-ES" sz="1400">
                <a:solidFill>
                  <a:schemeClr val="bg1"/>
                </a:solidFill>
                <a:latin typeface="Calibri"/>
              </a:rPr>
              <a:t> varía por perfil y régimen de mercado.</a:t>
            </a:r>
            <a:endParaRPr lang="es-ES" sz="1400">
              <a:solidFill>
                <a:schemeClr val="bg1"/>
              </a:solidFill>
              <a:ea typeface="Calibri"/>
              <a:cs typeface="Calibri"/>
            </a:endParaRPr>
          </a:p>
          <a:p>
            <a:pPr marL="170815" indent="-170815" algn="l">
              <a:lnSpc>
                <a:spcPct val="110000"/>
              </a:lnSpc>
              <a:spcBef>
                <a:spcPts val="120"/>
              </a:spcBef>
              <a:buFont typeface="Arial"/>
              <a:buChar char="•"/>
            </a:pPr>
            <a:r>
              <a:rPr lang="es-ES" sz="1400" b="1">
                <a:solidFill>
                  <a:srgbClr val="FFC000"/>
                </a:solidFill>
                <a:latin typeface="Calibri"/>
              </a:rPr>
              <a:t>5:2 lidera en </a:t>
            </a:r>
            <a:r>
              <a:rPr lang="es-ES" sz="1400" b="1" err="1">
                <a:solidFill>
                  <a:srgbClr val="FFC000"/>
                </a:solidFill>
                <a:latin typeface="Calibri"/>
              </a:rPr>
              <a:t>tests</a:t>
            </a:r>
            <a:r>
              <a:rPr lang="es-ES" sz="1400" b="1">
                <a:solidFill>
                  <a:srgbClr val="FFC000"/>
                </a:solidFill>
                <a:latin typeface="Calibri"/>
              </a:rPr>
              <a:t> cortos: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 </a:t>
            </a:r>
            <a:r>
              <a:rPr lang="es-ES" sz="1400">
                <a:solidFill>
                  <a:schemeClr val="bg1"/>
                </a:solidFill>
                <a:latin typeface="Calibri"/>
              </a:rPr>
              <a:t>Sharpe promedio global 2.34, el más alto entre todas las combinaciones.</a:t>
            </a:r>
            <a:endParaRPr lang="es-E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70815" indent="-170815" algn="l">
              <a:lnSpc>
                <a:spcPct val="110000"/>
              </a:lnSpc>
              <a:spcBef>
                <a:spcPts val="120"/>
              </a:spcBef>
              <a:buFont typeface="Arial"/>
              <a:buChar char="•"/>
            </a:pPr>
            <a:r>
              <a:rPr lang="es-ES" sz="1400" b="1">
                <a:solidFill>
                  <a:srgbClr val="70AD47"/>
                </a:solidFill>
                <a:latin typeface="Calibri"/>
              </a:rPr>
              <a:t>Defensivos más estables: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 </a:t>
            </a:r>
            <a:r>
              <a:rPr lang="es-ES" sz="1400">
                <a:solidFill>
                  <a:schemeClr val="bg1"/>
                </a:solidFill>
                <a:latin typeface="Calibri"/>
              </a:rPr>
              <a:t>mínima varianza y muy conservador mantienen Sharpe mayor a 1.7 en todos los horizontes.</a:t>
            </a:r>
            <a:endParaRPr lang="es-E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70815" indent="-170815" algn="l">
              <a:lnSpc>
                <a:spcPct val="110000"/>
              </a:lnSpc>
              <a:spcBef>
                <a:spcPts val="120"/>
              </a:spcBef>
              <a:buFont typeface="Arial"/>
              <a:buChar char="•"/>
            </a:pPr>
            <a:r>
              <a:rPr lang="es-ES" sz="1400" b="1">
                <a:solidFill>
                  <a:srgbClr val="FFC000"/>
                </a:solidFill>
                <a:latin typeface="Calibri"/>
              </a:rPr>
              <a:t>Horizontes largos degradan: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 </a:t>
            </a:r>
            <a:r>
              <a:rPr lang="es-ES" sz="1400">
                <a:solidFill>
                  <a:schemeClr val="bg1"/>
                </a:solidFill>
                <a:latin typeface="Calibri"/>
              </a:rPr>
              <a:t>al pasar de 2 a 8 años de test, el Sharpe del </a:t>
            </a:r>
            <a:r>
              <a:rPr lang="es-ES" sz="1400" err="1">
                <a:solidFill>
                  <a:schemeClr val="bg1"/>
                </a:solidFill>
                <a:latin typeface="Calibri"/>
              </a:rPr>
              <a:t>benchmark</a:t>
            </a:r>
            <a:r>
              <a:rPr lang="es-ES" sz="1400">
                <a:solidFill>
                  <a:schemeClr val="bg1"/>
                </a:solidFill>
                <a:latin typeface="Calibri"/>
              </a:rPr>
              <a:t> cae de 2.32 a 1.71.</a:t>
            </a:r>
            <a:endParaRPr lang="es-E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70815" indent="-170815" algn="l">
              <a:lnSpc>
                <a:spcPct val="110000"/>
              </a:lnSpc>
              <a:spcBef>
                <a:spcPts val="120"/>
              </a:spcBef>
              <a:buFont typeface="Arial"/>
              <a:buChar char="•"/>
            </a:pPr>
            <a:r>
              <a:rPr lang="es-ES" sz="1400" b="1">
                <a:solidFill>
                  <a:srgbClr val="ED7D31"/>
                </a:solidFill>
                <a:latin typeface="Calibri"/>
              </a:rPr>
              <a:t>Perfiles agresivos sensibles: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 </a:t>
            </a:r>
            <a:r>
              <a:rPr lang="es-ES" sz="1400">
                <a:solidFill>
                  <a:schemeClr val="bg1"/>
                </a:solidFill>
                <a:latin typeface="Calibri"/>
              </a:rPr>
              <a:t>su Sharpe varía fuertemente con el periodo — mayor riesgo de modelo.</a:t>
            </a:r>
            <a:endParaRPr lang="es-E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70815" indent="-170815" algn="l">
              <a:lnSpc>
                <a:spcPct val="110000"/>
              </a:lnSpc>
              <a:spcBef>
                <a:spcPts val="120"/>
              </a:spcBef>
              <a:buFont typeface="Arial"/>
              <a:buChar char="•"/>
            </a:pPr>
            <a:r>
              <a:rPr lang="es-ES" sz="1400" b="1">
                <a:solidFill>
                  <a:srgbClr val="ED7D31"/>
                </a:solidFill>
                <a:latin typeface="Calibri"/>
              </a:rPr>
              <a:t>Brecha teórico vs real: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 </a:t>
            </a:r>
            <a:r>
              <a:rPr lang="es-ES" sz="1400">
                <a:solidFill>
                  <a:schemeClr val="bg1"/>
                </a:solidFill>
                <a:latin typeface="Calibri"/>
              </a:rPr>
              <a:t>ideal de mercado: Sharpe teórico 5.01 vs 1.80 real — patrón clásico de </a:t>
            </a:r>
            <a:r>
              <a:rPr lang="es-ES" sz="1400" err="1">
                <a:solidFill>
                  <a:schemeClr val="bg1"/>
                </a:solidFill>
                <a:latin typeface="Calibri"/>
              </a:rPr>
              <a:t>overfitting</a:t>
            </a:r>
            <a:r>
              <a:rPr lang="es-ES" sz="1400">
                <a:solidFill>
                  <a:schemeClr val="bg1"/>
                </a:solidFill>
                <a:latin typeface="Calibri"/>
              </a:rPr>
              <a:t>.</a:t>
            </a:r>
            <a:endParaRPr lang="es-E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321040" cy="914400"/>
          </a:xfrm>
          <a:prstGeom prst="roundRect">
            <a:avLst/>
          </a:prstGeom>
          <a:solidFill>
            <a:srgbClr val="3A4F6F"/>
          </a:solidFill>
          <a:ln/>
        </p:spPr>
        <p:txBody>
          <a:bodyPr/>
          <a:lstStyle/>
          <a:p>
            <a:endParaRPr lang="es-CL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360439"/>
              </p:ext>
            </p:extLst>
          </p:nvPr>
        </p:nvGraphicFramePr>
        <p:xfrm>
          <a:off x="548640" y="4069080"/>
          <a:ext cx="8138160" cy="8229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FFFF"/>
                          </a:solidFill>
                          <a:latin typeface="Calibri"/>
                        </a:rPr>
                        <a:t>Portafolio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FFFF"/>
                          </a:solidFill>
                          <a:latin typeface="Calibri"/>
                        </a:rPr>
                        <a:t>Sharpe futuro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FFFF"/>
                          </a:solidFill>
                          <a:latin typeface="Calibri"/>
                        </a:rPr>
                        <a:t>Mejor </a:t>
                      </a:r>
                      <a:r>
                        <a:rPr lang="es-ES" sz="1400" b="1" err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err="1">
                          <a:solidFill>
                            <a:srgbClr val="FFFFFF"/>
                          </a:solidFill>
                          <a:latin typeface="Calibri"/>
                        </a:rPr>
                        <a:t>Ret</a:t>
                      </a:r>
                      <a:r>
                        <a:rPr lang="es-ES" sz="1400" b="1">
                          <a:solidFill>
                            <a:srgbClr val="FFFFFF"/>
                          </a:solidFill>
                          <a:latin typeface="Calibri"/>
                        </a:rPr>
                        <a:t>. futuro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FFFF"/>
                          </a:solidFill>
                          <a:latin typeface="Calibri"/>
                        </a:rPr>
                        <a:t>Vol. futuro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err="1">
                          <a:solidFill>
                            <a:srgbClr val="FFFFFF"/>
                          </a:solidFill>
                          <a:latin typeface="Calibri"/>
                        </a:rPr>
                        <a:t>Drawdown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s-ES" sz="1400" b="1" err="1">
                          <a:solidFill>
                            <a:srgbClr val="A0B4CC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C000"/>
                          </a:solidFill>
                          <a:latin typeface="Calibri"/>
                        </a:rPr>
                        <a:t>2.057 ★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A0B4CC"/>
                          </a:solidFill>
                          <a:latin typeface="Calibri"/>
                        </a:rPr>
                        <a:t>h6_f2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A0B4CC"/>
                          </a:solidFill>
                          <a:latin typeface="Calibri"/>
                        </a:rPr>
                        <a:t>64.1%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A0B4CC"/>
                          </a:solidFill>
                          <a:latin typeface="Calibri"/>
                        </a:rPr>
                        <a:t>30.5%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A0B4CC"/>
                          </a:solidFill>
                          <a:latin typeface="Calibri"/>
                        </a:rPr>
                        <a:t>-20.5%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5953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27729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D133B5-0D57-D795-1FC2-95E742332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4E5299-145A-1624-287B-C3CE57B4413E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Validación Robusta: Ventanas Móviles</a:t>
            </a:r>
            <a:endParaRPr lang="en-US" sz="28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9B7921-51CD-9EAD-B2FA-A9E1A7A2CC01}"/>
              </a:ext>
            </a:extLst>
          </p:cNvPr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3F211D6-0024-1644-A58A-5775BB0CEA3F}"/>
              </a:ext>
            </a:extLst>
          </p:cNvPr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usamos un único split train/test. </a:t>
            </a:r>
            <a:r>
              <a:rPr lang="en-US" sz="140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Evaluamos 6 horizontes × 3 ventanas = 18 evaluaciones fuera de muestra por portafolio.</a:t>
            </a:r>
            <a:endParaRPr lang="en-US" sz="140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CF348B86-304E-7C36-6DFF-463722720B84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645920"/>
          <a:ext cx="5029200" cy="282244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Horizonte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Años</a:t>
                      </a: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4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históricos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Años</a:t>
                      </a: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4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futuros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Sharpe </a:t>
                      </a:r>
                      <a:r>
                        <a:rPr lang="en-US" sz="14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futuro</a:t>
                      </a: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medio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h</a:t>
                      </a:r>
                      <a:r>
                        <a:rPr lang="en-US" sz="1400" i="1" baseline="-25000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7</a:t>
                      </a:r>
                      <a:r>
                        <a:rPr lang="en-US" sz="1400" i="1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f</a:t>
                      </a:r>
                      <a:r>
                        <a:rPr lang="en-US" sz="1400" i="1" baseline="-25000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</a:rPr>
                        <a:t>2.32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h</a:t>
                      </a:r>
                      <a:r>
                        <a:rPr lang="en-US" sz="1400" i="1" baseline="-25000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6</a:t>
                      </a:r>
                      <a:r>
                        <a:rPr lang="en-US" sz="1400" i="1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f</a:t>
                      </a:r>
                      <a:r>
                        <a:rPr lang="en-US" sz="1400" i="1" baseline="-25000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2.07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h</a:t>
                      </a:r>
                      <a:r>
                        <a:rPr lang="en-US" sz="1400" i="1" baseline="-25000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5</a:t>
                      </a:r>
                      <a:r>
                        <a:rPr lang="en-US" sz="1400" i="1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f</a:t>
                      </a:r>
                      <a:r>
                        <a:rPr lang="en-US" sz="1400" i="1" baseline="-25000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1.88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h</a:t>
                      </a:r>
                      <a:r>
                        <a:rPr lang="en-US" sz="1400" i="1" baseline="-25000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4</a:t>
                      </a:r>
                      <a:r>
                        <a:rPr lang="en-US" sz="1400" i="1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f</a:t>
                      </a:r>
                      <a:r>
                        <a:rPr lang="en-US" sz="1400" i="1" baseline="-25000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1.66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h</a:t>
                      </a:r>
                      <a:r>
                        <a:rPr lang="en-US" sz="1400" i="1" baseline="-25000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3</a:t>
                      </a:r>
                      <a:r>
                        <a:rPr lang="en-US" sz="1400" i="1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f</a:t>
                      </a:r>
                      <a:r>
                        <a:rPr lang="en-US" sz="1400" i="1" baseline="-25000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1.60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h</a:t>
                      </a:r>
                      <a:r>
                        <a:rPr lang="en-US" sz="1400" i="1" baseline="-25000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</a:t>
                      </a:r>
                      <a:r>
                        <a:rPr lang="en-US" sz="1400" i="1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f</a:t>
                      </a:r>
                      <a:r>
                        <a:rPr lang="en-US" sz="1400" i="1" baseline="-25000">
                          <a:solidFill>
                            <a:srgbClr val="E8EEF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</a:rPr>
                        <a:t>1.35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>
            <a:extLst>
              <a:ext uri="{FF2B5EF4-FFF2-40B4-BE49-F238E27FC236}">
                <a16:creationId xmlns:a16="http://schemas.microsoft.com/office/drawing/2014/main" id="{6CED6A20-978A-F09B-0FC6-A1EBE00D3D9A}"/>
              </a:ext>
            </a:extLst>
          </p:cNvPr>
          <p:cNvSpPr/>
          <p:nvPr/>
        </p:nvSpPr>
        <p:spPr>
          <a:xfrm>
            <a:off x="5760720" y="1645920"/>
            <a:ext cx="3017520" cy="292608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32705CA6-71AF-EC0E-17F3-38DF0A8E2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00"/>
            <a:ext cx="457200" cy="4572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FDA10863-8224-A726-DBB1-D7A7D3541A91}"/>
              </a:ext>
            </a:extLst>
          </p:cNvPr>
          <p:cNvSpPr/>
          <p:nvPr/>
        </p:nvSpPr>
        <p:spPr>
          <a:xfrm>
            <a:off x="594360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Hallazgo clave</a:t>
            </a:r>
            <a:endParaRPr lang="en-US" sz="16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8B64FA5-AD4A-724C-A10F-9CA98DA29FF1}"/>
              </a:ext>
            </a:extLst>
          </p:cNvPr>
          <p:cNvSpPr/>
          <p:nvPr/>
        </p:nvSpPr>
        <p:spPr>
          <a:xfrm>
            <a:off x="5943600" y="2834640"/>
            <a:ext cx="265176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7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años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historia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+ 2 de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prueba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400" i="1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h</a:t>
            </a:r>
            <a:r>
              <a:rPr lang="en-US" sz="1400" i="1" baseline="-25000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7</a:t>
            </a:r>
            <a:r>
              <a:rPr lang="en-US" sz="1400" i="1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lang="en-US" sz="1400" i="1" baseline="-25000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ofrece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el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mejor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balance entre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estabilidad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estadística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vigencia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la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información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. A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menor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historia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, las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estimaciones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se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vuelven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inestables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A5EF5BF-9EED-374D-9C67-B1B2DD94BFF3}"/>
              </a:ext>
            </a:extLst>
          </p:cNvPr>
          <p:cNvSpPr/>
          <p:nvPr/>
        </p:nvSpPr>
        <p:spPr>
          <a:xfrm>
            <a:off x="85953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64512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7D883-080E-AB0C-8B97-DF7974EEB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5DC62269-B92D-9897-71CA-0272C8215FDF}"/>
              </a:ext>
            </a:extLst>
          </p:cNvPr>
          <p:cNvSpPr/>
          <p:nvPr/>
        </p:nvSpPr>
        <p:spPr>
          <a:xfrm>
            <a:off x="6113562" y="1795892"/>
            <a:ext cx="2657120" cy="2130463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A151362-1238-181D-35A9-A6276C921D39}"/>
              </a:ext>
            </a:extLst>
          </p:cNvPr>
          <p:cNvSpPr/>
          <p:nvPr/>
        </p:nvSpPr>
        <p:spPr>
          <a:xfrm>
            <a:off x="198707" y="386175"/>
            <a:ext cx="86943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err="1">
                <a:solidFill>
                  <a:srgbClr val="FFFFFF"/>
                </a:solidFill>
                <a:latin typeface="Arial Black"/>
              </a:rPr>
              <a:t>Validación</a:t>
            </a:r>
            <a:r>
              <a:rPr lang="en-US" sz="2800">
                <a:solidFill>
                  <a:srgbClr val="FFFFFF"/>
                </a:solidFill>
                <a:latin typeface="Arial Black"/>
              </a:rPr>
              <a:t> Robusta: </a:t>
            </a:r>
            <a:r>
              <a:rPr lang="en-US" sz="2800" err="1">
                <a:solidFill>
                  <a:srgbClr val="FFFFFF"/>
                </a:solidFill>
                <a:latin typeface="Arial Black"/>
              </a:rPr>
              <a:t>HeatMap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ABF3273-05DB-53DF-C923-A6576BF099A1}"/>
              </a:ext>
            </a:extLst>
          </p:cNvPr>
          <p:cNvSpPr/>
          <p:nvPr/>
        </p:nvSpPr>
        <p:spPr>
          <a:xfrm>
            <a:off x="6115067" y="1927764"/>
            <a:ext cx="2651760" cy="1864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El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mejor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Sharpe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futuro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promedio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se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alcanza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con 5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años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historia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y 2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años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prueba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(h5_f2), con valor 2.34. Los tests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cortos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concentran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mejores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resultados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mientras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al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aumentar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años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futuros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el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desempeño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tiende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caer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00">
              <a:solidFill>
                <a:srgbClr val="FFFFFF"/>
              </a:solidFill>
              <a:highlight>
                <a:srgbClr val="181818"/>
              </a:highlight>
              <a:latin typeface="Calibri"/>
              <a:ea typeface="Calibri"/>
              <a:cs typeface="Calibri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C07F8F0-5F3E-B864-551D-142F1C6FE8F6}"/>
              </a:ext>
            </a:extLst>
          </p:cNvPr>
          <p:cNvSpPr/>
          <p:nvPr/>
        </p:nvSpPr>
        <p:spPr>
          <a:xfrm>
            <a:off x="85953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  <a:ea typeface="Calibri"/>
                <a:cs typeface="Calibri"/>
              </a:rPr>
              <a:t>9</a:t>
            </a:r>
          </a:p>
        </p:txBody>
      </p:sp>
      <p:pic>
        <p:nvPicPr>
          <p:cNvPr id="11" name="Imagen 10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220EFA72-F839-22ED-52B4-0C1C0601F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65" y="984632"/>
            <a:ext cx="5289818" cy="372507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357163E-929A-4882-EF31-A252E7CB758E}"/>
              </a:ext>
            </a:extLst>
          </p:cNvPr>
          <p:cNvSpPr txBox="1"/>
          <p:nvPr/>
        </p:nvSpPr>
        <p:spPr>
          <a:xfrm>
            <a:off x="2234424" y="4481024"/>
            <a:ext cx="1990492" cy="1846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ea typeface="Calibri"/>
                <a:cs typeface="Calibri"/>
              </a:rPr>
              <a:t>            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E36D3E-91E3-00F4-D118-FE55088AB91D}"/>
              </a:ext>
            </a:extLst>
          </p:cNvPr>
          <p:cNvSpPr txBox="1"/>
          <p:nvPr/>
        </p:nvSpPr>
        <p:spPr>
          <a:xfrm rot="5400000">
            <a:off x="-246723" y="2703797"/>
            <a:ext cx="1990492" cy="1846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ea typeface="Calibri"/>
                <a:cs typeface="Calibri"/>
              </a:rPr>
              <a:t>            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0B9B468-BFB3-6E44-6C2C-0EF74D8253B4}"/>
              </a:ext>
            </a:extLst>
          </p:cNvPr>
          <p:cNvSpPr txBox="1"/>
          <p:nvPr/>
        </p:nvSpPr>
        <p:spPr>
          <a:xfrm>
            <a:off x="2290181" y="4481024"/>
            <a:ext cx="1412023" cy="21544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>
                <a:ea typeface="Calibri"/>
                <a:cs typeface="Calibri"/>
              </a:rPr>
              <a:t>Años futuros de test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956174A-2EF2-7039-1848-AC07A1EFBF2E}"/>
              </a:ext>
            </a:extLst>
          </p:cNvPr>
          <p:cNvSpPr txBox="1"/>
          <p:nvPr/>
        </p:nvSpPr>
        <p:spPr>
          <a:xfrm rot="16200000">
            <a:off x="69695" y="2495086"/>
            <a:ext cx="1338147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0" i="0" u="none" strike="noStrike" baseline="0">
                <a:solidFill>
                  <a:srgbClr val="000000"/>
                </a:solidFill>
                <a:latin typeface="Calibri"/>
              </a:rPr>
              <a:t>Años </a:t>
            </a:r>
            <a:r>
              <a:rPr lang="es-ES" sz="800">
                <a:solidFill>
                  <a:srgbClr val="000000"/>
                </a:solidFill>
                <a:latin typeface="Calibri"/>
              </a:rPr>
              <a:t>históricos </a:t>
            </a:r>
            <a:r>
              <a:rPr lang="es-ES" sz="800" err="1">
                <a:solidFill>
                  <a:srgbClr val="000000"/>
                </a:solidFill>
                <a:latin typeface="Calibri"/>
              </a:rPr>
              <a:t>train</a:t>
            </a:r>
            <a:endParaRPr lang="es-ES" sz="800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7813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KPIs y Métricas de Desempeño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DA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Perspectiva del Cliente</a:t>
            </a:r>
            <a:endParaRPr lang="en-US" sz="16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741" y="1480882"/>
            <a:ext cx="3111191" cy="351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Sharpe Ratio  </a:t>
            </a:r>
            <a:endParaRPr lang="en-US" sz="14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Retorno</a:t>
            </a:r>
            <a:r>
              <a:rPr lang="en-US" sz="12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2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unidad</a:t>
            </a:r>
            <a:r>
              <a:rPr lang="en-US" sz="12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2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riesgo</a:t>
            </a:r>
            <a:endParaRPr lang="en-US" sz="1200" err="1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30" y="2020321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4741" y="1974601"/>
            <a:ext cx="3264519" cy="686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err="1">
                <a:solidFill>
                  <a:srgbClr val="E8EEF4"/>
                </a:solidFill>
                <a:ea typeface="+mn-lt"/>
                <a:cs typeface="+mn-lt"/>
              </a:rPr>
              <a:t>Retorno</a:t>
            </a:r>
            <a:r>
              <a:rPr lang="en-US" sz="1400" b="1">
                <a:solidFill>
                  <a:srgbClr val="E8EEF4"/>
                </a:solidFill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rgbClr val="E8EEF4"/>
                </a:solidFill>
                <a:ea typeface="+mn-lt"/>
                <a:cs typeface="+mn-lt"/>
              </a:rPr>
              <a:t>esperado</a:t>
            </a:r>
            <a:r>
              <a:rPr lang="en-US" sz="1400" b="1">
                <a:solidFill>
                  <a:srgbClr val="E8EEF4"/>
                </a:solidFill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rgbClr val="E8EEF4"/>
                </a:solidFill>
                <a:ea typeface="+mn-lt"/>
                <a:cs typeface="+mn-lt"/>
              </a:rPr>
              <a:t>anualizado</a:t>
            </a:r>
            <a:endParaRPr lang="es-ES" err="1"/>
          </a:p>
          <a:p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Rentabilidad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proyectada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según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los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retornos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esperados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del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modelo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.</a:t>
            </a:r>
            <a:endParaRPr lang="en-US" sz="12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30" y="2751005"/>
            <a:ext cx="274320" cy="27432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6" y="3460528"/>
            <a:ext cx="260549" cy="26054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5327" y="4192035"/>
            <a:ext cx="3907815" cy="724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err="1">
                <a:solidFill>
                  <a:srgbClr val="E8EEF4"/>
                </a:solidFill>
                <a:ea typeface="+mn-lt"/>
                <a:cs typeface="+mn-lt"/>
              </a:rPr>
              <a:t>Cumplimiento</a:t>
            </a:r>
            <a:r>
              <a:rPr lang="en-US" sz="1400" b="1">
                <a:solidFill>
                  <a:srgbClr val="E8EEF4"/>
                </a:solidFill>
                <a:ea typeface="+mn-lt"/>
                <a:cs typeface="+mn-lt"/>
              </a:rPr>
              <a:t> del </a:t>
            </a:r>
            <a:r>
              <a:rPr lang="en-US" sz="1400" b="1" err="1">
                <a:solidFill>
                  <a:srgbClr val="E8EEF4"/>
                </a:solidFill>
                <a:ea typeface="+mn-lt"/>
                <a:cs typeface="+mn-lt"/>
              </a:rPr>
              <a:t>perfil</a:t>
            </a:r>
            <a:r>
              <a:rPr lang="en-US" sz="1400" b="1">
                <a:solidFill>
                  <a:srgbClr val="E8EEF4"/>
                </a:solidFill>
                <a:ea typeface="+mn-lt"/>
                <a:cs typeface="+mn-lt"/>
              </a:rPr>
              <a:t> de </a:t>
            </a:r>
            <a:r>
              <a:rPr lang="en-US" sz="1400" b="1" err="1">
                <a:solidFill>
                  <a:srgbClr val="E8EEF4"/>
                </a:solidFill>
                <a:ea typeface="+mn-lt"/>
                <a:cs typeface="+mn-lt"/>
              </a:rPr>
              <a:t>riesgo</a:t>
            </a:r>
            <a:endParaRPr lang="es-ES" err="1"/>
          </a:p>
          <a:p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Grado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en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que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la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cartera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recomendada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respeta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la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tolerancia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al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riesgo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del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cliente</a:t>
            </a:r>
            <a:endParaRPr lang="en-US" sz="1200" err="1"/>
          </a:p>
        </p:txBody>
      </p:sp>
      <p:sp>
        <p:nvSpPr>
          <p:cNvPr id="13" name="Text 7"/>
          <p:cNvSpPr/>
          <p:nvPr/>
        </p:nvSpPr>
        <p:spPr>
          <a:xfrm>
            <a:off x="50292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DA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Perspectiva de la Empresa</a:t>
            </a:r>
            <a:endParaRPr lang="en-US" sz="160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77815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54617" y="1411187"/>
            <a:ext cx="3600172" cy="679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Utilidad por comisiones </a:t>
            </a:r>
            <a:endParaRPr lang="en-US" sz="14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Ingresos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estimados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por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transacciones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y/o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rebalanceos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ejecutados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.</a:t>
            </a:r>
            <a:endParaRPr lang="en-US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31834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454619" y="2197626"/>
            <a:ext cx="3147153" cy="316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Tiempo de </a:t>
            </a:r>
            <a:r>
              <a:rPr lang="en-US" sz="1400" b="1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respuesta</a:t>
            </a:r>
            <a:r>
              <a:rPr lang="en-US" sz="1400" b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 </a:t>
            </a:r>
            <a:endParaRPr lang="en-US" sz="14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&lt; 10 </a:t>
            </a:r>
            <a:r>
              <a:rPr lang="en-US" sz="12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segundos</a:t>
            </a:r>
            <a:r>
              <a:rPr lang="en-US" sz="12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2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recomendación</a:t>
            </a:r>
            <a:endParaRPr lang="en-US" sz="1200" err="1"/>
          </a:p>
        </p:txBody>
      </p:sp>
      <p:sp>
        <p:nvSpPr>
          <p:cNvPr id="18" name="Shape 10"/>
          <p:cNvSpPr/>
          <p:nvPr/>
        </p:nvSpPr>
        <p:spPr>
          <a:xfrm>
            <a:off x="5057080" y="4010815"/>
            <a:ext cx="3749040" cy="731520"/>
          </a:xfrm>
          <a:prstGeom prst="roundRect">
            <a:avLst/>
          </a:prstGeom>
          <a:solidFill>
            <a:srgbClr val="3D2D1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088" y="4161914"/>
            <a:ext cx="448557" cy="41371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789994" y="4007749"/>
            <a:ext cx="2885935" cy="73068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err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Persepectiva</a:t>
            </a:r>
            <a:r>
              <a:rPr lang="en-US" sz="1200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 de la </a:t>
            </a:r>
            <a:r>
              <a:rPr lang="en-US" sz="1200" err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empresa</a:t>
            </a:r>
            <a:r>
              <a:rPr lang="en-US" sz="1200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pendiente</a:t>
            </a:r>
            <a:r>
              <a:rPr lang="en-US" sz="1200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 para Entrega 3 (</a:t>
            </a:r>
            <a:r>
              <a:rPr lang="en-US" sz="1200" err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Requieren</a:t>
            </a:r>
            <a:r>
              <a:rPr lang="en-US" sz="1200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Simulación</a:t>
            </a:r>
            <a:r>
              <a:rPr lang="en-US" sz="1200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)</a:t>
            </a:r>
            <a:endParaRPr lang="es-ES" sz="12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8603298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  <a:ea typeface="Calibri"/>
                <a:cs typeface="Calibri"/>
              </a:rPr>
              <a:t>10</a:t>
            </a:r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7D40ADB7-A633-24D3-131B-0F81F0F10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11" y="4224739"/>
            <a:ext cx="260549" cy="260549"/>
          </a:xfrm>
          <a:prstGeom prst="rect">
            <a:avLst/>
          </a:prstGeom>
        </p:spPr>
      </p:pic>
      <p:sp>
        <p:nvSpPr>
          <p:cNvPr id="25" name="Text 6">
            <a:extLst>
              <a:ext uri="{FF2B5EF4-FFF2-40B4-BE49-F238E27FC236}">
                <a16:creationId xmlns:a16="http://schemas.microsoft.com/office/drawing/2014/main" id="{4B9ECA81-561B-257D-7790-C604DBFDC08C}"/>
              </a:ext>
            </a:extLst>
          </p:cNvPr>
          <p:cNvSpPr/>
          <p:nvPr/>
        </p:nvSpPr>
        <p:spPr>
          <a:xfrm>
            <a:off x="854318" y="3460906"/>
            <a:ext cx="3811250" cy="73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CVaR 95% </a:t>
            </a:r>
            <a:r>
              <a:rPr lang="en-US" sz="1400" b="1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diario</a:t>
            </a:r>
            <a:r>
              <a:rPr lang="en-US" sz="1400" b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Pérdida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esperada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en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escenarios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extremos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,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condicionada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al 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peor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5% de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los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casos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.</a:t>
            </a:r>
            <a:endParaRPr lang="en-US" sz="1200"/>
          </a:p>
        </p:txBody>
      </p:sp>
      <p:pic>
        <p:nvPicPr>
          <p:cNvPr id="26" name="Image 5" descr="preencoded.png">
            <a:extLst>
              <a:ext uri="{FF2B5EF4-FFF2-40B4-BE49-F238E27FC236}">
                <a16:creationId xmlns:a16="http://schemas.microsoft.com/office/drawing/2014/main" id="{725C9C94-7D3A-6851-53C5-B11D3A916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137" y="2640609"/>
            <a:ext cx="274320" cy="274320"/>
          </a:xfrm>
          <a:prstGeom prst="rect">
            <a:avLst/>
          </a:prstGeom>
        </p:spPr>
      </p:pic>
      <p:sp>
        <p:nvSpPr>
          <p:cNvPr id="27" name="Text 9">
            <a:extLst>
              <a:ext uri="{FF2B5EF4-FFF2-40B4-BE49-F238E27FC236}">
                <a16:creationId xmlns:a16="http://schemas.microsoft.com/office/drawing/2014/main" id="{01C5466A-EB3F-4897-BD3B-5F372F9A443D}"/>
              </a:ext>
            </a:extLst>
          </p:cNvPr>
          <p:cNvSpPr/>
          <p:nvPr/>
        </p:nvSpPr>
        <p:spPr>
          <a:xfrm>
            <a:off x="5454618" y="2643674"/>
            <a:ext cx="3140184" cy="553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E8EEF4"/>
                </a:solidFill>
                <a:ea typeface="+mn-lt"/>
                <a:cs typeface="+mn-lt"/>
              </a:rPr>
              <a:t>Tasa de </a:t>
            </a:r>
            <a:r>
              <a:rPr lang="en-US" sz="1400" b="1" err="1">
                <a:solidFill>
                  <a:srgbClr val="E8EEF4"/>
                </a:solidFill>
                <a:ea typeface="+mn-lt"/>
                <a:cs typeface="+mn-lt"/>
              </a:rPr>
              <a:t>adopción</a:t>
            </a:r>
            <a:r>
              <a:rPr lang="en-US" sz="1400" b="1">
                <a:solidFill>
                  <a:srgbClr val="E8EEF4"/>
                </a:solidFill>
                <a:ea typeface="+mn-lt"/>
                <a:cs typeface="+mn-lt"/>
              </a:rPr>
              <a:t> de </a:t>
            </a:r>
            <a:r>
              <a:rPr lang="en-US" sz="1400" b="1" err="1">
                <a:solidFill>
                  <a:srgbClr val="E8EEF4"/>
                </a:solidFill>
                <a:ea typeface="+mn-lt"/>
                <a:cs typeface="+mn-lt"/>
              </a:rPr>
              <a:t>recomendaciones</a:t>
            </a:r>
            <a:endParaRPr lang="es-ES" err="1"/>
          </a:p>
          <a:p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Porcentaje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de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recomendaciones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aceptadas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o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ejecutadas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por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los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clientes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49DE1886-F655-65AD-C230-D1727C13CB60}"/>
              </a:ext>
            </a:extLst>
          </p:cNvPr>
          <p:cNvSpPr/>
          <p:nvPr/>
        </p:nvSpPr>
        <p:spPr>
          <a:xfrm>
            <a:off x="854912" y="2711018"/>
            <a:ext cx="3254441" cy="672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chemeClr val="bg1"/>
                </a:solidFill>
                <a:latin typeface="Aptos"/>
                <a:ea typeface="+mn-lt"/>
                <a:cs typeface="+mn-lt"/>
              </a:rPr>
              <a:t>Máximo Drawdown </a:t>
            </a:r>
            <a:endParaRPr lang="es-E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Mayor 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caida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porcentual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desde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un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máximo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históricode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la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cartera</a:t>
            </a:r>
            <a:endParaRPr lang="en-US" sz="1200">
              <a:solidFill>
                <a:srgbClr val="A0B4CC"/>
              </a:solidFill>
              <a:ea typeface="+mn-lt"/>
              <a:cs typeface="+mn-lt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E92E1F5A-9BA3-52B6-7828-9700FB57C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076" y="3344530"/>
            <a:ext cx="274320" cy="274320"/>
          </a:xfrm>
          <a:prstGeom prst="rect">
            <a:avLst/>
          </a:prstGeom>
        </p:spPr>
      </p:pic>
      <p:sp>
        <p:nvSpPr>
          <p:cNvPr id="32" name="Text 9">
            <a:extLst>
              <a:ext uri="{FF2B5EF4-FFF2-40B4-BE49-F238E27FC236}">
                <a16:creationId xmlns:a16="http://schemas.microsoft.com/office/drawing/2014/main" id="{7665F15E-5BA3-0CC3-228E-ED7200416625}"/>
              </a:ext>
            </a:extLst>
          </p:cNvPr>
          <p:cNvSpPr/>
          <p:nvPr/>
        </p:nvSpPr>
        <p:spPr>
          <a:xfrm>
            <a:off x="5468557" y="3347595"/>
            <a:ext cx="3140184" cy="553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E8EEF4"/>
                </a:solidFill>
                <a:ea typeface="+mn-lt"/>
                <a:cs typeface="+mn-lt"/>
              </a:rPr>
              <a:t>Volumen </a:t>
            </a:r>
            <a:r>
              <a:rPr lang="en-US" sz="1400" b="1" err="1">
                <a:solidFill>
                  <a:srgbClr val="E8EEF4"/>
                </a:solidFill>
                <a:ea typeface="+mn-lt"/>
                <a:cs typeface="+mn-lt"/>
              </a:rPr>
              <a:t>administrado</a:t>
            </a:r>
            <a:endParaRPr lang="en-US" sz="1400" b="1" err="1">
              <a:solidFill>
                <a:srgbClr val="E8EEF4"/>
              </a:solidFill>
              <a:ea typeface="Calibri"/>
              <a:cs typeface="Calibri"/>
            </a:endParaRPr>
          </a:p>
          <a:p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Monto total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asociado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a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carteras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generadas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por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el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A0B4CC"/>
                </a:solidFill>
                <a:ea typeface="+mn-lt"/>
                <a:cs typeface="+mn-lt"/>
              </a:rPr>
              <a:t>sistema</a:t>
            </a:r>
            <a:r>
              <a:rPr lang="en-US" sz="1200">
                <a:solidFill>
                  <a:srgbClr val="A0B4CC"/>
                </a:solidFill>
                <a:ea typeface="+mn-lt"/>
                <a:cs typeface="+mn-lt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00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>
                <a:solidFill>
                  <a:srgbClr val="FFFFFF"/>
                </a:solidFill>
                <a:latin typeface="Arial Black" pitchFamily="34" charset="0"/>
              </a:rPr>
              <a:t>Caso Base</a:t>
            </a:r>
            <a:endParaRPr lang="es-ES" sz="28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DCD3A21-03A5-4EBE-9143-743C72C2BD24}"/>
              </a:ext>
            </a:extLst>
          </p:cNvPr>
          <p:cNvSpPr txBox="1"/>
          <p:nvPr/>
        </p:nvSpPr>
        <p:spPr>
          <a:xfrm>
            <a:off x="457200" y="990600"/>
            <a:ext cx="8229600" cy="52322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algn="l"/>
            <a:r>
              <a:rPr lang="es-E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Portafolio equiponderado conformado por las 20 acciones de mayor capitalización bursátil del </a:t>
            </a:r>
            <a:r>
              <a:rPr lang="es-ES" sz="14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dataset</a:t>
            </a:r>
            <a:r>
              <a:rPr lang="es-E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, con pesos iguales de 5% por activo.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EB7A9EE1-FD6D-4742-A902-501CAF855D2B}"/>
              </a:ext>
            </a:extLst>
          </p:cNvPr>
          <p:cNvSpPr/>
          <p:nvPr/>
        </p:nvSpPr>
        <p:spPr>
          <a:xfrm>
            <a:off x="457200" y="1646256"/>
            <a:ext cx="1872715" cy="2966139"/>
          </a:xfrm>
          <a:prstGeom prst="roundRect">
            <a:avLst/>
          </a:prstGeom>
          <a:solidFill>
            <a:srgbClr val="1E3A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B5856A-AD95-44C3-A71E-F1264A750C90}"/>
              </a:ext>
            </a:extLst>
          </p:cNvPr>
          <p:cNvSpPr/>
          <p:nvPr/>
        </p:nvSpPr>
        <p:spPr>
          <a:xfrm>
            <a:off x="457200" y="1625600"/>
            <a:ext cx="1879600" cy="50800"/>
          </a:xfrm>
          <a:prstGeom prst="rect">
            <a:avLst/>
          </a:prstGeom>
          <a:solidFill>
            <a:srgbClr val="5DAD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CD2FA5B-4FFA-4516-A509-7EB919855509}"/>
              </a:ext>
            </a:extLst>
          </p:cNvPr>
          <p:cNvSpPr txBox="1"/>
          <p:nvPr/>
        </p:nvSpPr>
        <p:spPr>
          <a:xfrm>
            <a:off x="558800" y="1752600"/>
            <a:ext cx="406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2000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=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98C3D4A-9427-4346-862F-0CC3C46BCA74}"/>
              </a:ext>
            </a:extLst>
          </p:cNvPr>
          <p:cNvSpPr txBox="1"/>
          <p:nvPr/>
        </p:nvSpPr>
        <p:spPr>
          <a:xfrm>
            <a:off x="558800" y="2159000"/>
            <a:ext cx="1676400" cy="246221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algn="l"/>
            <a:r>
              <a:rPr lang="es-E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CONSTRUCCIÓN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1910C0E-908C-4ADC-AFE6-3EACB7279CF8}"/>
              </a:ext>
            </a:extLst>
          </p:cNvPr>
          <p:cNvSpPr txBox="1"/>
          <p:nvPr/>
        </p:nvSpPr>
        <p:spPr>
          <a:xfrm>
            <a:off x="558800" y="2362200"/>
            <a:ext cx="167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 b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Pesos idénticos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CF47EC6-66D3-4CFC-800D-4D303AF9E355}"/>
              </a:ext>
            </a:extLst>
          </p:cNvPr>
          <p:cNvSpPr txBox="1"/>
          <p:nvPr/>
        </p:nvSpPr>
        <p:spPr>
          <a:xfrm>
            <a:off x="558800" y="2667000"/>
            <a:ext cx="1676400" cy="514115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i="1" err="1">
                <a:solidFill>
                  <a:srgbClr val="5DADE2"/>
                </a:solidFill>
                <a:latin typeface="Cambria Math"/>
                <a:ea typeface="Cambria Math"/>
                <a:cs typeface="Cambria Math"/>
              </a:rPr>
              <a:t>w</a:t>
            </a:r>
            <a:r>
              <a:rPr lang="en-US" sz="1200" i="1" baseline="-25000" err="1">
                <a:solidFill>
                  <a:srgbClr val="5DADE2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lang="en-US" sz="1200">
                <a:solidFill>
                  <a:srgbClr val="A0B4CC"/>
                </a:solidFill>
                <a:latin typeface="Cambria Math"/>
                <a:ea typeface="Cambria Math"/>
                <a:cs typeface="Cambria Math"/>
              </a:rPr>
              <a:t> = 1/</a:t>
            </a:r>
            <a:r>
              <a:rPr lang="en-US" sz="1200" i="1">
                <a:solidFill>
                  <a:srgbClr val="A0B4CC"/>
                </a:solidFill>
                <a:latin typeface="Cambria Math"/>
                <a:ea typeface="Cambria Math"/>
                <a:cs typeface="Cambria Math"/>
              </a:rPr>
              <a:t>N</a:t>
            </a:r>
            <a:r>
              <a:rPr lang="en-US" sz="1200">
                <a:solidFill>
                  <a:srgbClr val="A0B4CC"/>
                </a:solidFill>
                <a:latin typeface="Cambria Math"/>
                <a:ea typeface="Cambria Math"/>
                <a:cs typeface="Cambria Math"/>
              </a:rPr>
              <a:t> = 5%</a:t>
            </a:r>
          </a:p>
          <a:p>
            <a:pPr algn="l">
              <a:lnSpc>
                <a:spcPct val="110000"/>
              </a:lnSpc>
              <a:spcBef>
                <a:spcPts val="80"/>
              </a:spcBef>
            </a:pPr>
            <a:r>
              <a:rPr lang="en-US" sz="1200">
                <a:solidFill>
                  <a:srgbClr val="A0B4CC"/>
                </a:solidFill>
                <a:latin typeface="Cambria Math"/>
                <a:ea typeface="Cambria Math"/>
                <a:cs typeface="Cambria Math"/>
              </a:rPr>
              <a:t>∀</a:t>
            </a:r>
            <a:r>
              <a:rPr lang="en-US" sz="1200" i="1" err="1">
                <a:solidFill>
                  <a:srgbClr val="A0B4CC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lang="en-US" sz="1200">
                <a:solidFill>
                  <a:srgbClr val="A0B4CC"/>
                </a:solidFill>
                <a:latin typeface="Cambria Math"/>
                <a:ea typeface="Cambria Math"/>
                <a:cs typeface="Cambria Math"/>
              </a:rPr>
              <a:t> = 1,…,</a:t>
            </a:r>
            <a:r>
              <a:rPr lang="en-US" sz="1200" i="1">
                <a:solidFill>
                  <a:srgbClr val="A0B4CC"/>
                </a:solidFill>
                <a:latin typeface="Cambria Math"/>
                <a:ea typeface="Cambria Math"/>
                <a:cs typeface="Cambria Math"/>
              </a:rPr>
              <a:t>N</a:t>
            </a:r>
            <a:r>
              <a:rPr lang="en-US" sz="1200">
                <a:solidFill>
                  <a:srgbClr val="A0B4CC"/>
                </a:solidFill>
                <a:latin typeface="Cambria Math"/>
                <a:ea typeface="Cambria Math"/>
                <a:cs typeface="Cambria Math"/>
              </a:rPr>
              <a:t>;  N = 20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3BF2EADD-2362-47E3-BFED-8414D5F8C04C}"/>
              </a:ext>
            </a:extLst>
          </p:cNvPr>
          <p:cNvSpPr/>
          <p:nvPr/>
        </p:nvSpPr>
        <p:spPr>
          <a:xfrm>
            <a:off x="2463800" y="1625600"/>
            <a:ext cx="1776317" cy="2973023"/>
          </a:xfrm>
          <a:prstGeom prst="roundRect">
            <a:avLst/>
          </a:prstGeom>
          <a:solidFill>
            <a:srgbClr val="1E3A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C88AE97-2AD2-43AA-ABC9-3735293FF368}"/>
              </a:ext>
            </a:extLst>
          </p:cNvPr>
          <p:cNvSpPr/>
          <p:nvPr/>
        </p:nvSpPr>
        <p:spPr>
          <a:xfrm>
            <a:off x="2463800" y="1625600"/>
            <a:ext cx="1879600" cy="50800"/>
          </a:xfrm>
          <a:prstGeom prst="rect">
            <a:avLst/>
          </a:prstGeom>
          <a:solidFill>
            <a:srgbClr val="5DAD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516ACDF-2911-4E87-BF43-48A02898A2E6}"/>
              </a:ext>
            </a:extLst>
          </p:cNvPr>
          <p:cNvSpPr txBox="1"/>
          <p:nvPr/>
        </p:nvSpPr>
        <p:spPr>
          <a:xfrm>
            <a:off x="2565400" y="1752600"/>
            <a:ext cx="406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2000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★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3415E07-BCE1-4A54-8BDE-FD30DAA986D2}"/>
              </a:ext>
            </a:extLst>
          </p:cNvPr>
          <p:cNvSpPr txBox="1"/>
          <p:nvPr/>
        </p:nvSpPr>
        <p:spPr>
          <a:xfrm>
            <a:off x="2565400" y="2159000"/>
            <a:ext cx="1676400" cy="246221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algn="l"/>
            <a:r>
              <a:rPr lang="es-E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UNIVERSO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780F0CE-7B37-4E3A-BD70-0354CD5FDFAC}"/>
              </a:ext>
            </a:extLst>
          </p:cNvPr>
          <p:cNvSpPr txBox="1"/>
          <p:nvPr/>
        </p:nvSpPr>
        <p:spPr>
          <a:xfrm>
            <a:off x="2565400" y="2362200"/>
            <a:ext cx="167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 b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Top 20 acciones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EAF0F87-A169-4802-983E-D2F32FCFA452}"/>
              </a:ext>
            </a:extLst>
          </p:cNvPr>
          <p:cNvSpPr txBox="1"/>
          <p:nvPr/>
        </p:nvSpPr>
        <p:spPr>
          <a:xfrm>
            <a:off x="2565400" y="2667000"/>
            <a:ext cx="1676400" cy="461665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algn="l"/>
            <a:r>
              <a:rPr lang="es-ES" sz="12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Mayor capitalización del </a:t>
            </a:r>
            <a:r>
              <a:rPr lang="es-ES" sz="1200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dataset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12972613-9845-4AF6-9D00-3F0A88FD4166}"/>
              </a:ext>
            </a:extLst>
          </p:cNvPr>
          <p:cNvSpPr/>
          <p:nvPr/>
        </p:nvSpPr>
        <p:spPr>
          <a:xfrm>
            <a:off x="4470400" y="1639454"/>
            <a:ext cx="1879600" cy="2966642"/>
          </a:xfrm>
          <a:prstGeom prst="roundRect">
            <a:avLst/>
          </a:prstGeom>
          <a:solidFill>
            <a:srgbClr val="1E3A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C9B3670C-FC50-4017-A458-5B003EA322D3}"/>
              </a:ext>
            </a:extLst>
          </p:cNvPr>
          <p:cNvSpPr/>
          <p:nvPr/>
        </p:nvSpPr>
        <p:spPr>
          <a:xfrm>
            <a:off x="4470400" y="1625600"/>
            <a:ext cx="1879600" cy="50800"/>
          </a:xfrm>
          <a:prstGeom prst="rect">
            <a:avLst/>
          </a:prstGeom>
          <a:solidFill>
            <a:srgbClr val="5DAD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A222C13-CAEC-455F-9322-AF407901CBC0}"/>
              </a:ext>
            </a:extLst>
          </p:cNvPr>
          <p:cNvSpPr txBox="1"/>
          <p:nvPr/>
        </p:nvSpPr>
        <p:spPr>
          <a:xfrm>
            <a:off x="4572000" y="1752600"/>
            <a:ext cx="406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2000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↺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ADAF66E-4ACF-4EB7-A6DF-033E724ADE81}"/>
              </a:ext>
            </a:extLst>
          </p:cNvPr>
          <p:cNvSpPr txBox="1"/>
          <p:nvPr/>
        </p:nvSpPr>
        <p:spPr>
          <a:xfrm>
            <a:off x="4572000" y="2159000"/>
            <a:ext cx="1676400" cy="246221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algn="l"/>
            <a:r>
              <a:rPr lang="es-E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REBALANCEO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4703B88-A2E5-4EBA-A7B6-63D06C99FC41}"/>
              </a:ext>
            </a:extLst>
          </p:cNvPr>
          <p:cNvSpPr txBox="1"/>
          <p:nvPr/>
        </p:nvSpPr>
        <p:spPr>
          <a:xfrm>
            <a:off x="4572000" y="2362200"/>
            <a:ext cx="167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 b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Mensual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FC91372-5111-4194-8812-C0A5EDE83047}"/>
              </a:ext>
            </a:extLst>
          </p:cNvPr>
          <p:cNvSpPr txBox="1"/>
          <p:nvPr/>
        </p:nvSpPr>
        <p:spPr>
          <a:xfrm>
            <a:off x="4572000" y="2667000"/>
            <a:ext cx="1676400" cy="461665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algn="l"/>
            <a:r>
              <a:rPr lang="es-ES" sz="12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Al inicio de cada ventana de evaluación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032D62E4-E655-41FB-BF06-0BEBA8761226}"/>
              </a:ext>
            </a:extLst>
          </p:cNvPr>
          <p:cNvSpPr/>
          <p:nvPr/>
        </p:nvSpPr>
        <p:spPr>
          <a:xfrm>
            <a:off x="6477000" y="1639454"/>
            <a:ext cx="1879600" cy="2959757"/>
          </a:xfrm>
          <a:prstGeom prst="roundRect">
            <a:avLst/>
          </a:prstGeom>
          <a:solidFill>
            <a:srgbClr val="1E3A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1BF013F4-9989-4EF5-B7EE-EABDEA77872E}"/>
              </a:ext>
            </a:extLst>
          </p:cNvPr>
          <p:cNvSpPr/>
          <p:nvPr/>
        </p:nvSpPr>
        <p:spPr>
          <a:xfrm>
            <a:off x="6477000" y="1625600"/>
            <a:ext cx="1879600" cy="50800"/>
          </a:xfrm>
          <a:prstGeom prst="rect">
            <a:avLst/>
          </a:prstGeom>
          <a:solidFill>
            <a:srgbClr val="5DAD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F8A3973-2778-458C-9199-8A77B01D466D}"/>
              </a:ext>
            </a:extLst>
          </p:cNvPr>
          <p:cNvSpPr txBox="1"/>
          <p:nvPr/>
        </p:nvSpPr>
        <p:spPr>
          <a:xfrm>
            <a:off x="6578600" y="1752600"/>
            <a:ext cx="406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2000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∅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496E621-2BF9-472B-AD13-FF96638B3F11}"/>
              </a:ext>
            </a:extLst>
          </p:cNvPr>
          <p:cNvSpPr txBox="1"/>
          <p:nvPr/>
        </p:nvSpPr>
        <p:spPr>
          <a:xfrm>
            <a:off x="6578600" y="2159000"/>
            <a:ext cx="1676400" cy="246221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algn="l"/>
            <a:r>
              <a:rPr lang="es-ES" sz="10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RESTRICCIÓN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90D384E-C79E-4A5C-A4A6-F0BCF5C537F5}"/>
              </a:ext>
            </a:extLst>
          </p:cNvPr>
          <p:cNvSpPr txBox="1"/>
          <p:nvPr/>
        </p:nvSpPr>
        <p:spPr>
          <a:xfrm>
            <a:off x="6578600" y="2362200"/>
            <a:ext cx="167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 b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Ninguna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959A6EF-8218-49E3-B936-5EBC0D62842A}"/>
              </a:ext>
            </a:extLst>
          </p:cNvPr>
          <p:cNvSpPr txBox="1"/>
          <p:nvPr/>
        </p:nvSpPr>
        <p:spPr>
          <a:xfrm>
            <a:off x="6578600" y="2667000"/>
            <a:ext cx="1676400" cy="461665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algn="l"/>
            <a:r>
              <a:rPr lang="es-ES" sz="1200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Sin límite de riesgo ni objetivo de retorno</a:t>
            </a: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F795338F-C6E5-50FF-38CB-A5ADD065939C}"/>
              </a:ext>
            </a:extLst>
          </p:cNvPr>
          <p:cNvSpPr/>
          <p:nvPr/>
        </p:nvSpPr>
        <p:spPr>
          <a:xfrm>
            <a:off x="8603298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30765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D0623-985C-41CC-69B2-E0E92812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32221C-DC9F-B461-35FB-158BC6555422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>
                <a:solidFill>
                  <a:srgbClr val="FFFFFF"/>
                </a:solidFill>
                <a:latin typeface="Arial Black" pitchFamily="34" charset="0"/>
              </a:rPr>
              <a:t>Caso Base</a:t>
            </a:r>
            <a:endParaRPr lang="es-ES" sz="28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03E1CEB-9339-5888-E1DE-617C23FD86BA}"/>
              </a:ext>
            </a:extLst>
          </p:cNvPr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07AD415-A394-26EE-2AEA-9B5FB42EAD56}"/>
              </a:ext>
            </a:extLst>
          </p:cNvPr>
          <p:cNvSpPr txBox="1"/>
          <p:nvPr/>
        </p:nvSpPr>
        <p:spPr>
          <a:xfrm>
            <a:off x="457200" y="990600"/>
            <a:ext cx="8229600" cy="52322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algn="l"/>
            <a:r>
              <a:rPr lang="es-E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Portafolio equiponderado conformado por las 20 acciones de mayor capitalización bursátil del </a:t>
            </a:r>
            <a:r>
              <a:rPr lang="es-ES" sz="14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dataset</a:t>
            </a:r>
            <a:r>
              <a:rPr lang="es-E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, con pesos iguales de 5% por activo.</a:t>
            </a:r>
          </a:p>
        </p:txBody>
      </p:sp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EF6B4F79-0D92-6EAD-0604-AFBCF4E0A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205" y="1513500"/>
            <a:ext cx="3120472" cy="3357662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3E65D0C-5509-4DF8-BAA2-F3E9E30AD70C}"/>
              </a:ext>
            </a:extLst>
          </p:cNvPr>
          <p:cNvSpPr/>
          <p:nvPr/>
        </p:nvSpPr>
        <p:spPr>
          <a:xfrm>
            <a:off x="574253" y="1514361"/>
            <a:ext cx="4532066" cy="3387838"/>
          </a:xfrm>
          <a:prstGeom prst="roundRect">
            <a:avLst/>
          </a:prstGeom>
          <a:solidFill>
            <a:srgbClr val="1B2E45"/>
          </a:solidFill>
          <a:ln w="19050" cap="flat" cmpd="sng" algn="ctr">
            <a:solidFill>
              <a:srgbClr val="5DAD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611F29-7710-4FAA-B5E3-CF278924CE51}"/>
              </a:ext>
            </a:extLst>
          </p:cNvPr>
          <p:cNvSpPr/>
          <p:nvPr/>
        </p:nvSpPr>
        <p:spPr>
          <a:xfrm>
            <a:off x="457200" y="1514361"/>
            <a:ext cx="42843" cy="338783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s-ES"/>
          </a:p>
        </p:txBody>
      </p:sp>
      <p:sp>
        <p:nvSpPr>
          <p:cNvPr id="9" name="CuadroTexto 48">
            <a:extLst>
              <a:ext uri="{FF2B5EF4-FFF2-40B4-BE49-F238E27FC236}">
                <a16:creationId xmlns:a16="http://schemas.microsoft.com/office/drawing/2014/main" id="{917DE161-4F56-4617-BB86-26E8EB3D30A1}"/>
              </a:ext>
            </a:extLst>
          </p:cNvPr>
          <p:cNvSpPr txBox="1"/>
          <p:nvPr/>
        </p:nvSpPr>
        <p:spPr>
          <a:xfrm>
            <a:off x="696970" y="1886387"/>
            <a:ext cx="2468850" cy="29238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lang="es-ES" sz="1300" b="1">
                <a:solidFill>
                  <a:srgbClr val="FFC000"/>
                </a:solidFill>
                <a:latin typeface="Calibri"/>
              </a:rPr>
              <a:t>¿Por qué este benchmark?</a:t>
            </a:r>
          </a:p>
        </p:txBody>
      </p:sp>
      <p:sp>
        <p:nvSpPr>
          <p:cNvPr id="10" name="CuadroTexto 49">
            <a:extLst>
              <a:ext uri="{FF2B5EF4-FFF2-40B4-BE49-F238E27FC236}">
                <a16:creationId xmlns:a16="http://schemas.microsoft.com/office/drawing/2014/main" id="{41529D44-8053-402D-9F9F-2DB804BDA42E}"/>
              </a:ext>
            </a:extLst>
          </p:cNvPr>
          <p:cNvSpPr txBox="1"/>
          <p:nvPr/>
        </p:nvSpPr>
        <p:spPr>
          <a:xfrm>
            <a:off x="697726" y="2177606"/>
            <a:ext cx="4411031" cy="79143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815" indent="-170815">
              <a:lnSpc>
                <a:spcPct val="110000"/>
              </a:lnSpc>
              <a:buFont typeface="Arial"/>
              <a:buChar char="•"/>
            </a:pPr>
            <a:r>
              <a:rPr lang="es-ES" sz="1400" b="1" err="1">
                <a:solidFill>
                  <a:srgbClr val="E8EEF4"/>
                </a:solidFill>
                <a:latin typeface="Calibri"/>
              </a:rPr>
              <a:t>Naive</a:t>
            </a:r>
            <a:r>
              <a:rPr lang="es-ES" sz="1400" b="1">
                <a:solidFill>
                  <a:srgbClr val="E8EEF4"/>
                </a:solidFill>
                <a:latin typeface="Calibri"/>
              </a:rPr>
              <a:t> </a:t>
            </a:r>
            <a:r>
              <a:rPr lang="es-ES" sz="1400" b="1" err="1">
                <a:solidFill>
                  <a:srgbClr val="E8EEF4"/>
                </a:solidFill>
                <a:latin typeface="Calibri"/>
              </a:rPr>
              <a:t>diversification</a:t>
            </a:r>
            <a:r>
              <a:rPr lang="es-ES" sz="1400" b="1">
                <a:solidFill>
                  <a:srgbClr val="E8EEF4"/>
                </a:solidFill>
                <a:latin typeface="Calibri"/>
              </a:rPr>
              <a:t>: 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sin parámetros estimados, elimina error en </a:t>
            </a:r>
            <a:r>
              <a:rPr lang="en-US" sz="1400" i="1">
                <a:solidFill>
                  <a:srgbClr val="5DADE2"/>
                </a:solidFill>
                <a:latin typeface="Cambria Math"/>
                <a:ea typeface="Cambria Math"/>
                <a:cs typeface="Cambria Math"/>
              </a:rPr>
              <a:t>μ̂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 y </a:t>
            </a:r>
            <a:r>
              <a:rPr lang="en-US" sz="1400" i="1">
                <a:solidFill>
                  <a:srgbClr val="5DADE2"/>
                </a:solidFill>
                <a:latin typeface="Cambria Math"/>
                <a:ea typeface="Cambria Math"/>
                <a:cs typeface="Cambria Math"/>
              </a:rPr>
              <a:t>Σ̂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  , a menudo supera modelos sofisticados </a:t>
            </a:r>
            <a:r>
              <a:rPr lang="es-ES" sz="1400" err="1">
                <a:solidFill>
                  <a:srgbClr val="A0B4CC"/>
                </a:solidFill>
                <a:latin typeface="Calibri"/>
              </a:rPr>
              <a:t>out-of-sample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.</a:t>
            </a:r>
            <a:endParaRPr lang="es-ES" sz="1400"/>
          </a:p>
        </p:txBody>
      </p:sp>
      <p:sp>
        <p:nvSpPr>
          <p:cNvPr id="11" name="CuadroTexto 50">
            <a:extLst>
              <a:ext uri="{FF2B5EF4-FFF2-40B4-BE49-F238E27FC236}">
                <a16:creationId xmlns:a16="http://schemas.microsoft.com/office/drawing/2014/main" id="{AAC721CB-F79D-4BAF-AD85-4C917431B0CF}"/>
              </a:ext>
            </a:extLst>
          </p:cNvPr>
          <p:cNvSpPr txBox="1"/>
          <p:nvPr/>
        </p:nvSpPr>
        <p:spPr>
          <a:xfrm>
            <a:off x="696970" y="3119611"/>
            <a:ext cx="4411031" cy="55303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815" indent="-170815">
              <a:lnSpc>
                <a:spcPct val="110000"/>
              </a:lnSpc>
              <a:buFont typeface="Arial"/>
              <a:buChar char="•"/>
            </a:pPr>
            <a:r>
              <a:rPr lang="es-ES" sz="1400" b="1">
                <a:solidFill>
                  <a:srgbClr val="E8EEF4"/>
                </a:solidFill>
                <a:latin typeface="Calibri"/>
              </a:rPr>
              <a:t>Referencia estándar:  </a:t>
            </a:r>
            <a:r>
              <a:rPr lang="es-ES" sz="1400" err="1">
                <a:solidFill>
                  <a:srgbClr val="A0B4CC"/>
                </a:solidFill>
                <a:latin typeface="Calibri"/>
              </a:rPr>
              <a:t>DeMiguel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 et al. (2009) — el portafolio </a:t>
            </a:r>
            <a:r>
              <a:rPr lang="en-US" sz="1400" i="1">
                <a:solidFill>
                  <a:srgbClr val="5DADE2"/>
                </a:solidFill>
                <a:latin typeface="Cambria Math"/>
                <a:ea typeface="Cambria Math"/>
                <a:cs typeface="Cambria Math"/>
              </a:rPr>
              <a:t>1/N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 supera a MV en 7 de 7 </a:t>
            </a:r>
            <a:r>
              <a:rPr lang="es-ES" sz="1400" err="1">
                <a:solidFill>
                  <a:srgbClr val="A0B4CC"/>
                </a:solidFill>
                <a:latin typeface="Calibri"/>
              </a:rPr>
              <a:t>datasets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 reales.</a:t>
            </a:r>
            <a:endParaRPr lang="es-ES" sz="1400">
              <a:solidFill>
                <a:srgbClr val="A0B4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6FC36C12-949A-F4C7-331C-1612BD88E3E8}"/>
              </a:ext>
            </a:extLst>
          </p:cNvPr>
          <p:cNvSpPr txBox="1">
            <a:spLocks noGrp="1"/>
          </p:cNvSpPr>
          <p:nvPr/>
        </p:nvSpPr>
        <p:spPr>
          <a:xfrm>
            <a:off x="697726" y="3842619"/>
            <a:ext cx="4411031" cy="7825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815" indent="-170815">
              <a:lnSpc>
                <a:spcPct val="110000"/>
              </a:lnSpc>
              <a:buFont typeface="Arial"/>
              <a:buChar char="•"/>
            </a:pPr>
            <a:r>
              <a:rPr lang="es-ES" sz="1400" b="1">
                <a:solidFill>
                  <a:srgbClr val="FFC000"/>
                </a:solidFill>
                <a:latin typeface="Calibri"/>
              </a:rPr>
              <a:t>El umbral real:  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si Markowitz no supera </a:t>
            </a:r>
            <a:r>
              <a:rPr lang="en-US" sz="1400" i="1">
                <a:solidFill>
                  <a:srgbClr val="5DADE2"/>
                </a:solidFill>
                <a:latin typeface="Cambria Math"/>
                <a:ea typeface="Cambria Math"/>
                <a:cs typeface="Cambria Math"/>
              </a:rPr>
              <a:t>1/N</a:t>
            </a:r>
            <a:r>
              <a:rPr lang="es-ES" sz="1400">
                <a:solidFill>
                  <a:srgbClr val="A0B4CC"/>
                </a:solidFill>
                <a:latin typeface="Calibri"/>
              </a:rPr>
              <a:t>, la complejidad del modelo no se justifica.</a:t>
            </a:r>
            <a:endParaRPr lang="es-ES" sz="1400">
              <a:solidFill>
                <a:srgbClr val="A0B4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4A86620-34BF-90D0-6A9B-EC57F33901FF}"/>
              </a:ext>
            </a:extLst>
          </p:cNvPr>
          <p:cNvSpPr/>
          <p:nvPr/>
        </p:nvSpPr>
        <p:spPr>
          <a:xfrm>
            <a:off x="8603298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02288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 Base vs. Markowitz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Benchmark: </a:t>
            </a:r>
            <a:r>
              <a:rPr lang="en-US" sz="14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equiponderado</a:t>
            </a:r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top 20 </a:t>
            </a:r>
            <a:r>
              <a:rPr lang="en-US" sz="14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capitalización</a:t>
            </a:r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de mercado</a:t>
            </a: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76082"/>
              </p:ext>
            </p:extLst>
          </p:nvPr>
        </p:nvGraphicFramePr>
        <p:xfrm>
          <a:off x="868279" y="1372803"/>
          <a:ext cx="7406640" cy="30784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Portafolio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Sharpe </a:t>
                      </a:r>
                      <a:r>
                        <a:rPr lang="en-US" sz="14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futuro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Retorno</a:t>
                      </a: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4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anual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Volatilidad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Drawdown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CVaR 95%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err="1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Mínima</a:t>
                      </a: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400" err="1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varianza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26.2%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13.5%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-10.4%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1.43%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Muy </a:t>
                      </a:r>
                      <a:r>
                        <a:rPr lang="en-US" sz="1400" err="1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conservador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1.83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31.8%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16.6%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-11.8%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1.46%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err="1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Conservador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1.78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36.0%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19.9%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-13.5%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1.58%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err="1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Neutro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1.85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45.6%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25.4%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-15.4%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1.89%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err="1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Arriesgado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1.83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64.2%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36.2%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-19.4%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2.65%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Muy </a:t>
                      </a:r>
                      <a:r>
                        <a:rPr lang="en-US" sz="1400" err="1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arriesgado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1.78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78.5%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43.4%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-25.9%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E8EEF4"/>
                          </a:solidFill>
                          <a:latin typeface="Calibri"/>
                          <a:ea typeface="Calibri"/>
                          <a:cs typeface="Calibri"/>
                        </a:rPr>
                        <a:t>3.52%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39C12"/>
                          </a:solidFill>
                          <a:latin typeface="Calibri"/>
                          <a:ea typeface="Calibri"/>
                          <a:cs typeface="Calibri"/>
                        </a:rPr>
                        <a:t>Benchmark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39C12"/>
                          </a:solidFill>
                          <a:latin typeface="Calibri"/>
                          <a:ea typeface="Calibri"/>
                          <a:cs typeface="Calibri"/>
                        </a:rPr>
                        <a:t>1.96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F39C12"/>
                          </a:solidFill>
                          <a:latin typeface="Calibri"/>
                          <a:ea typeface="Calibri"/>
                          <a:cs typeface="Calibri"/>
                        </a:rPr>
                        <a:t>57.3%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F39C12"/>
                          </a:solidFill>
                          <a:latin typeface="Calibri"/>
                          <a:ea typeface="Calibri"/>
                          <a:cs typeface="Calibri"/>
                        </a:rPr>
                        <a:t>28.9%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F39C12"/>
                          </a:solidFill>
                          <a:latin typeface="Calibri"/>
                          <a:ea typeface="Calibri"/>
                          <a:cs typeface="Calibri"/>
                        </a:rPr>
                        <a:t>-20.8%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F39C12"/>
                          </a:solidFill>
                          <a:latin typeface="Calibri"/>
                          <a:ea typeface="Calibri"/>
                          <a:cs typeface="Calibri"/>
                        </a:rPr>
                        <a:t>2.60%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1164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i="1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Promedios</a:t>
            </a:r>
            <a:r>
              <a:rPr lang="en-US" sz="1200" i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fuera de </a:t>
            </a:r>
            <a:r>
              <a:rPr lang="en-US" sz="1200" i="1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muestra</a:t>
            </a:r>
            <a:r>
              <a:rPr lang="en-US" sz="1200" i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: 6 </a:t>
            </a:r>
            <a:r>
              <a:rPr lang="en-US" sz="1200" i="1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horizontes</a:t>
            </a:r>
            <a:r>
              <a:rPr lang="en-US" sz="1200" i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× 3 </a:t>
            </a:r>
            <a:r>
              <a:rPr lang="en-US" sz="1200" i="1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ventanas</a:t>
            </a:r>
            <a:r>
              <a:rPr lang="en-US" sz="1200" i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= 18 </a:t>
            </a:r>
            <a:r>
              <a:rPr lang="en-US" sz="1200" i="1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evaluaciones</a:t>
            </a:r>
            <a:r>
              <a:rPr lang="en-US" sz="1200" i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200" i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A0B4CC"/>
                </a:solidFill>
                <a:latin typeface="Calibri"/>
                <a:ea typeface="Calibri"/>
                <a:cs typeface="Calibri"/>
              </a:rPr>
              <a:t>portafolio</a:t>
            </a:r>
            <a:endParaRPr lang="en-US" sz="1200" err="1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85953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</a:rPr>
              <a:t>13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8948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Análisis de Resultados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4592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err="1">
                <a:solidFill>
                  <a:srgbClr val="27AE60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Coherencia</a:t>
            </a:r>
            <a:r>
              <a:rPr lang="en-US" sz="1600">
                <a:solidFill>
                  <a:srgbClr val="27AE60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err="1">
                <a:solidFill>
                  <a:srgbClr val="27AE60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riesgo-retorno</a:t>
            </a:r>
            <a:endParaRPr lang="en-US" sz="1600" err="1">
              <a:latin typeface="Arial Black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56616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Los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perfiles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más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arriesgados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obtienen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mayor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retorno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pero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con mayor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volatilidad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, drawdown y CVaR. El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modelo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diferencia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correctamente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5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perfiles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64592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73152" cy="16459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9834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39C12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Benchmark </a:t>
            </a:r>
            <a:r>
              <a:rPr lang="en-US" sz="1600" err="1">
                <a:solidFill>
                  <a:srgbClr val="F39C12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competitivo</a:t>
            </a:r>
            <a:endParaRPr lang="en-US" sz="1600" err="1">
              <a:latin typeface="Arial Black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356616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El benchmark top-20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obtiene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el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mayor Sharpe (1.96). Esto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refleja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el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buen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desempeño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grandes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empresas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el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período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evaluado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, no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una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falla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del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optimizador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164592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73152" cy="16459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E67E22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Frontera </a:t>
            </a:r>
            <a:r>
              <a:rPr lang="en-US" sz="1600" err="1">
                <a:solidFill>
                  <a:srgbClr val="E67E22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teórica</a:t>
            </a:r>
            <a:r>
              <a:rPr lang="en-US" sz="1600">
                <a:solidFill>
                  <a:srgbClr val="E67E22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vs. real</a:t>
            </a:r>
            <a:endParaRPr lang="en-US" sz="1600">
              <a:latin typeface="Arial Black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3474720"/>
            <a:ext cx="356616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El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portafolio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tangencia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cae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b="1">
                <a:solidFill>
                  <a:srgbClr val="E67E22"/>
                </a:solidFill>
                <a:latin typeface="Calibri"/>
                <a:ea typeface="Calibri"/>
                <a:cs typeface="Calibri"/>
              </a:rPr>
              <a:t>Sharpe 3.98 </a:t>
            </a:r>
            <a:r>
              <a:rPr lang="en-US" sz="1400" b="1" err="1">
                <a:solidFill>
                  <a:srgbClr val="E67E22"/>
                </a:solidFill>
                <a:latin typeface="Calibri"/>
                <a:ea typeface="Calibri"/>
                <a:cs typeface="Calibri"/>
              </a:rPr>
              <a:t>teórico</a:t>
            </a:r>
            <a:r>
              <a:rPr lang="en-US" sz="1400" b="1">
                <a:solidFill>
                  <a:srgbClr val="E67E22"/>
                </a:solidFill>
                <a:latin typeface="Calibri"/>
                <a:ea typeface="Calibri"/>
                <a:cs typeface="Calibri"/>
              </a:rPr>
              <a:t> a 1.66 real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alta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sensibilidad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errores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estimación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μ. El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orden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riesgo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sí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se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preserva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fuera de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muestra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023360" cy="164592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73152" cy="1645920"/>
          </a:xfrm>
          <a:prstGeom prst="rect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98348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DADE2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Ventana </a:t>
            </a:r>
            <a:r>
              <a:rPr lang="en-US" sz="1600" err="1">
                <a:solidFill>
                  <a:srgbClr val="5DADE2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óptima</a:t>
            </a:r>
            <a:r>
              <a:rPr lang="en-US" sz="1600">
                <a:solidFill>
                  <a:srgbClr val="5DADE2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: h7_f2</a:t>
            </a:r>
            <a:endParaRPr lang="en-US" sz="1600">
              <a:latin typeface="Arial Black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56616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7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años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calibración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y 2 de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prueba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da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el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Sharpe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más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alto y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estable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. Los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perfiles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arriesgados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se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benefician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más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h6_f3 (6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históricos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, 3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futuros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).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87423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</a:rPr>
              <a:t>14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295742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Frontera Eficiente y Validación Futura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5953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  <a:ea typeface="Calibri"/>
                <a:cs typeface="Calibri"/>
              </a:rPr>
              <a:t>15</a:t>
            </a:r>
          </a:p>
        </p:txBody>
      </p:sp>
      <p:pic>
        <p:nvPicPr>
          <p:cNvPr id="8" name="Imagen 7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DAB3FB8E-6B84-ACDF-1750-E1D3F1AC6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447" y="981179"/>
            <a:ext cx="6381281" cy="395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105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Fortalezas, Debilidades y Mejoras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65760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Fortalezas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50568" y="1601593"/>
            <a:ext cx="2375512" cy="26525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05740" indent="-20574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Base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teórica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sólida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validada</a:t>
            </a:r>
            <a:endParaRPr lang="en-US" sz="1300" err="1">
              <a:latin typeface="Calibri"/>
              <a:ea typeface="Calibri"/>
              <a:cs typeface="Calibri"/>
            </a:endParaRPr>
          </a:p>
          <a:p>
            <a:pPr marL="205740" indent="-20574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601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activos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simultáneos</a:t>
            </a:r>
            <a:endParaRPr lang="en-US" sz="1300" err="1">
              <a:latin typeface="Calibri"/>
              <a:ea typeface="Calibri"/>
              <a:cs typeface="Calibri"/>
            </a:endParaRPr>
          </a:p>
          <a:p>
            <a:pPr marL="205740" indent="-20574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Validación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multi-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ventana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robusta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205740" indent="-20574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Eficiente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computacionalmente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(&lt; 10s)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205740" indent="-20574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Perfiles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coherentes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con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perfil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riesgo</a:t>
            </a:r>
            <a:endParaRPr lang="en-US" sz="1300" err="1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365760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Debilidades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3474720" y="1552807"/>
            <a:ext cx="2286000" cy="25689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05740" indent="-20574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Portafolios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estáticos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(sin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rebalanceo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205740" indent="-20574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Sensible a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estimación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300" i="1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μ</a:t>
            </a:r>
            <a:endParaRPr lang="en-US" sz="1300"/>
          </a:p>
          <a:p>
            <a:pPr marL="205740" indent="-20574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Sin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costos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transacción</a:t>
            </a:r>
            <a:endParaRPr lang="en-US" sz="1300" err="1">
              <a:latin typeface="Calibri"/>
              <a:ea typeface="Calibri"/>
              <a:cs typeface="Calibri"/>
            </a:endParaRPr>
          </a:p>
          <a:p>
            <a:pPr marL="205740" indent="-20574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Asume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normalidad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retornos</a:t>
            </a:r>
            <a:endParaRPr lang="en-US" sz="1300" err="1">
              <a:latin typeface="Calibri"/>
              <a:ea typeface="Calibri"/>
              <a:cs typeface="Calibri"/>
            </a:endParaRPr>
          </a:p>
          <a:p>
            <a:pPr marL="205740" indent="-20574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Tasa libre de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riesgo</a:t>
            </a:r>
            <a:r>
              <a:rPr lang="en-US"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fija</a:t>
            </a:r>
            <a:endParaRPr lang="en-US" sz="1300" err="1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51760" cy="365760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630936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DA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Mejoras (Entrega 3)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239665" y="1559777"/>
            <a:ext cx="2446298" cy="27850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05740" indent="-20574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Black-</a:t>
            </a: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Litterman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estimar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i="1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μ</a:t>
            </a:r>
            <a:endParaRPr lang="en-US" sz="1200"/>
          </a:p>
          <a:p>
            <a:pPr marL="205740" indent="-20574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CVaR </a:t>
            </a: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operacional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como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restricción</a:t>
            </a:r>
            <a:endParaRPr lang="en-US" sz="1200" err="1">
              <a:latin typeface="Calibri"/>
              <a:ea typeface="Calibri"/>
              <a:cs typeface="Calibri"/>
            </a:endParaRPr>
          </a:p>
          <a:p>
            <a:pPr marL="205740" indent="-20574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Rebalanceo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semanal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dinámico</a:t>
            </a:r>
            <a:endParaRPr lang="en-US" sz="1200" err="1">
              <a:latin typeface="Calibri"/>
              <a:ea typeface="Calibri"/>
              <a:cs typeface="Calibri"/>
            </a:endParaRPr>
          </a:p>
          <a:p>
            <a:pPr marL="205740" indent="-20574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Comisiones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i="1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% </a:t>
            </a: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integradas</a:t>
            </a:r>
            <a:endParaRPr lang="en-US" sz="1200" err="1">
              <a:latin typeface="Calibri"/>
              <a:ea typeface="Calibri"/>
              <a:cs typeface="Calibri"/>
            </a:endParaRPr>
          </a:p>
          <a:p>
            <a:pPr marL="205740" indent="-20574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Modelos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factoriales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200" i="1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μ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200" i="1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Σ</a:t>
            </a:r>
            <a:endParaRPr lang="en-US" sz="1200"/>
          </a:p>
          <a:p>
            <a:pPr marL="205740" indent="-20574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Dinámica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del </a:t>
            </a: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cliente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200" i="1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lang="en-US" sz="950" i="1" baseline="-25000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200" i="1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lang="en-US" sz="950" i="1" baseline="-25000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953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308353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Trabajo — Próximos Pasos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66700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DA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Cumplimiento Plan Entrega 1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640080" y="1552498"/>
            <a:ext cx="3566160" cy="18145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30000"/>
              </a:lnSpc>
            </a:pPr>
            <a:r>
              <a:rPr lang="en-US" sz="1400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  </a:t>
            </a:r>
            <a:r>
              <a:rPr lang="en-US" sz="1400" err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Filtrado</a:t>
            </a:r>
            <a:r>
              <a:rPr lang="en-US" sz="1400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datos</a:t>
            </a:r>
            <a:endParaRPr lang="en-US" sz="1400">
              <a:solidFill>
                <a:srgbClr val="27AE6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30000"/>
              </a:lnSpc>
            </a:pPr>
            <a:r>
              <a:rPr lang="en-US" sz="1400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 </a:t>
            </a:r>
            <a:r>
              <a:rPr lang="en-US" sz="1400" err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Ajuste</a:t>
            </a:r>
            <a:r>
              <a:rPr lang="en-US" sz="1400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distribución</a:t>
            </a:r>
            <a:r>
              <a:rPr lang="en-US" sz="1400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400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400" err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retornos</a:t>
            </a:r>
            <a:r>
              <a:rPr lang="en-US" sz="1400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históricos</a:t>
            </a:r>
            <a:endParaRPr lang="en-US" err="1"/>
          </a:p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 Modelo base Markowitz </a:t>
            </a:r>
            <a:r>
              <a:rPr lang="en-US" sz="1400" err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implementado</a:t>
            </a:r>
            <a:endParaRPr lang="en-US" sz="1400">
              <a:solidFill>
                <a:srgbClr val="27AE6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30000"/>
              </a:lnSpc>
            </a:pPr>
            <a:r>
              <a:rPr lang="en-US" sz="1400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✓ </a:t>
            </a:r>
            <a:r>
              <a:rPr lang="en-US" sz="1400" err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Validación</a:t>
            </a:r>
            <a:r>
              <a:rPr lang="en-US" sz="1400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 del </a:t>
            </a:r>
            <a:r>
              <a:rPr lang="en-US" sz="1400" err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modelo</a:t>
            </a:r>
            <a:r>
              <a:rPr lang="en-US" sz="1400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 con </a:t>
            </a:r>
            <a:r>
              <a:rPr lang="en-US" sz="1400" err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datos</a:t>
            </a:r>
            <a:r>
              <a:rPr lang="en-US" sz="1400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históricos</a:t>
            </a:r>
            <a:endParaRPr lang="en-US" sz="1400">
              <a:solidFill>
                <a:srgbClr val="27AE60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400">
              <a:solidFill>
                <a:srgbClr val="F39C1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266700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DA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Próximas Etapas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846320" y="1552498"/>
            <a:ext cx="3749040" cy="2260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1.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Implementar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Black-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Litterman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con views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2.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Simulación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rebalanceo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con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comisiones</a:t>
            </a:r>
            <a:endParaRPr lang="en-US" sz="1400" err="1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3.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Lógica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aceptación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/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abandono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400" i="1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lang="en-US" sz="1400" i="1" baseline="-25000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00" i="1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lang="en-US" sz="1400" i="1" baseline="-25000">
                <a:solidFill>
                  <a:srgbClr val="E8EEF4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4. Generación de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escenarios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Monte Carlo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5.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Integración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presentación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final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911600"/>
            <a:ext cx="8321040" cy="1041400"/>
          </a:xfrm>
          <a:prstGeom prst="roundRect">
            <a:avLst/>
          </a:prstGeom>
          <a:solidFill>
            <a:srgbClr val="3A4F6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723435" y="3959922"/>
            <a:ext cx="7690159" cy="9492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lang="en-US" sz="1400" b="1" err="1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Cronograma</a:t>
            </a:r>
            <a:r>
              <a:rPr lang="en-US" sz="1400" b="1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err="1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estimado</a:t>
            </a:r>
            <a:r>
              <a:rPr lang="en-US" sz="1400" b="1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 — Entrega 3</a:t>
            </a:r>
          </a:p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Semana 1–2      Semana 3–4      Semana 5–6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Black-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Litterman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+ CVaR   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Rebalanceo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comisiones</a:t>
            </a:r>
            <a:r>
              <a:rPr lang="en-US" sz="14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   Monte Carlo + </a:t>
            </a:r>
            <a:r>
              <a:rPr lang="en-US" sz="14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integración</a:t>
            </a:r>
            <a:endParaRPr lang="en-US" sz="1400">
              <a:solidFill>
                <a:srgbClr val="E8EEF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953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</a:rPr>
              <a:t>17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091911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Bibliografía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Markowitz, H. (1952). Portfolio selection. The Journal of Finance, 7(1), 77–91.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He, G., &amp; </a:t>
            </a: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Litterman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, R. (1999). The intuition behind Black–</a:t>
            </a: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Litterman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 model portfolios. Goldman Sachs Asset Management.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Fama, E. F., &amp; French, K. R. (1993). Common risk factors in the returns on stocks and bonds. Journal of Financial Economics, 33(1), 3–56.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Rockafellar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, R. T., &amp; </a:t>
            </a: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Uryasev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, S. (2000). Optimization of conditional value-at-risk. Journal of Risk, 2(3), 21–41.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D'Acunto, F., </a:t>
            </a: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Prabhala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, N., &amp; Rossi, A. G. (2019). The promises and pitfalls of </a:t>
            </a: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robo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-advising. Review of Financial Studies, 32(5), 1983–2020.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err="1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Ledoit</a:t>
            </a:r>
            <a:r>
              <a:rPr lang="en-US" sz="12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, O., &amp; Wolf, M. (2004). A well-conditioned estimator for large-dimensional covariance matrices. Journal of Multivariate Analysis, 88(2), 365–411.</a:t>
            </a:r>
          </a:p>
          <a:p>
            <a:endParaRPr lang="en-US" sz="1200">
              <a:solidFill>
                <a:srgbClr val="E8EEF4"/>
              </a:solidFill>
              <a:latin typeface="Calibri"/>
              <a:ea typeface="Calibri"/>
              <a:cs typeface="Calibri"/>
            </a:endParaRPr>
          </a:p>
          <a:p>
            <a:endParaRPr lang="en-US" sz="1200">
              <a:solidFill>
                <a:srgbClr val="E8EEF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953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0B4CC"/>
                </a:solidFill>
              </a:rPr>
              <a:t>18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951136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6C8DCB-F244-4676-92D0-F7733C641EE2}">
  <we:reference id="WA200010001" version="1.0.0.1" store="es-es" storeType="omex"/>
  <we:alternateReferences>
    <we:reference id="WA200010001" version="1.0.0.1" store="es-es" storeType="omex"/>
  </we:alternateReferences>
  <we:properties>
    <we:property name="claude.fileId" value="&quot;a478a740-ab23-4605-9507-50d2d1fcea6f&quot;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7dae3de-7aa3-445e-93b0-bda8edfef0c5">
      <Terms xmlns="http://schemas.microsoft.com/office/infopath/2007/PartnerControls"/>
    </lcf76f155ced4ddcb4097134ff3c332f>
    <TaxCatchAll xmlns="c177f813-f9b0-4129-be98-9337176490f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86728D0611004A9687688E234163E0" ma:contentTypeVersion="10" ma:contentTypeDescription="Create a new document." ma:contentTypeScope="" ma:versionID="fe8425e06a8c838e2c2fa03e740e8b19">
  <xsd:schema xmlns:xsd="http://www.w3.org/2001/XMLSchema" xmlns:xs="http://www.w3.org/2001/XMLSchema" xmlns:p="http://schemas.microsoft.com/office/2006/metadata/properties" xmlns:ns2="37dae3de-7aa3-445e-93b0-bda8edfef0c5" xmlns:ns3="c177f813-f9b0-4129-be98-9337176490f8" targetNamespace="http://schemas.microsoft.com/office/2006/metadata/properties" ma:root="true" ma:fieldsID="096b4be3c74ebe1ac665961fa967ff63" ns2:_="" ns3:_="">
    <xsd:import namespace="37dae3de-7aa3-445e-93b0-bda8edfef0c5"/>
    <xsd:import namespace="c177f813-f9b0-4129-be98-9337176490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dae3de-7aa3-445e-93b0-bda8edfef0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c44c076-1990-432d-b910-f78c9fed31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77f813-f9b0-4129-be98-9337176490f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c265e9e-0955-4a20-86de-6c461211af98}" ma:internalName="TaxCatchAll" ma:showField="CatchAllData" ma:web="c177f813-f9b0-4129-be98-9337176490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EDEE73-F8E2-4A3E-92B7-6F41B58D18F1}">
  <ds:schemaRefs>
    <ds:schemaRef ds:uri="37dae3de-7aa3-445e-93b0-bda8edfef0c5"/>
    <ds:schemaRef ds:uri="c177f813-f9b0-4129-be98-9337176490f8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9E46E1F-E68C-4FB3-935A-AB9424DB7A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C322A4-F394-42C6-BF45-D11CF786FDF5}">
  <ds:schemaRefs>
    <ds:schemaRef ds:uri="37dae3de-7aa3-445e-93b0-bda8edfef0c5"/>
    <ds:schemaRef ds:uri="c177f813-f9b0-4129-be98-9337176490f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19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FinPUC - Presentación 2</dc:title>
  <dc:subject>PptxGenJS Presentation</dc:subject>
  <dc:creator>Grupo 13 - FinPUC</dc:creator>
  <cp:revision>1</cp:revision>
  <dcterms:created xsi:type="dcterms:W3CDTF">2026-05-05T19:16:01Z</dcterms:created>
  <dcterms:modified xsi:type="dcterms:W3CDTF">2026-05-06T04:50:07Z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0x0101001986728D0611004A9687688E234163E0</vt:lpwstr>
  </property>
  <property fmtid="{D5CDD505-2E9C-101B-9397-08002B2CF9AE}" pid="3" name="MediaServiceImageTags">
    <vt:lpwstr/>
  </property>
</Properties>
</file>